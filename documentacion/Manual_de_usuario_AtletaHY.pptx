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c92a76f595466a" /><Relationship Type="http://schemas.openxmlformats.org/officeDocument/2006/relationships/extended-properties" Target="/docProps/app.xml" Id="Rccd805929e434525" /><Relationship Type="http://schemas.openxmlformats.org/officeDocument/2006/relationships/officeDocument" Target="/ppt/presentation.xml" Id="R5cf7bfc022c842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33cffbdc39474a"/>
  </p:sldMasterIdLst>
  <p:notesMasterIdLst>
    <p:notesMasterId xmlns:r="http://schemas.openxmlformats.org/officeDocument/2006/relationships" r:id="R3831941429c044fa"/>
  </p:notesMasterIdLst>
  <p:sldIdLst>
    <p:sldId xmlns:r="http://schemas.openxmlformats.org/officeDocument/2006/relationships" id="256" r:id="R98f03fc80e9f4ea6"/>
    <p:sldId xmlns:r="http://schemas.openxmlformats.org/officeDocument/2006/relationships" id="257" r:id="R3f83279f325a4f6e"/>
    <p:sldId xmlns:r="http://schemas.openxmlformats.org/officeDocument/2006/relationships" id="258" r:id="Raf05640910b84684"/>
    <p:sldId xmlns:r="http://schemas.openxmlformats.org/officeDocument/2006/relationships" id="259" r:id="R26c8d1e8e7b74f86"/>
    <p:sldId xmlns:r="http://schemas.openxmlformats.org/officeDocument/2006/relationships" id="260" r:id="R08dcb6766e694075"/>
    <p:sldId xmlns:r="http://schemas.openxmlformats.org/officeDocument/2006/relationships" id="261" r:id="Rd7e315c7682742fb"/>
    <p:sldId xmlns:r="http://schemas.openxmlformats.org/officeDocument/2006/relationships" id="262" r:id="R73000e6efcca4eab"/>
    <p:sldId xmlns:r="http://schemas.openxmlformats.org/officeDocument/2006/relationships" id="263" r:id="Ra92f9735452d49fe"/>
    <p:sldId xmlns:r="http://schemas.openxmlformats.org/officeDocument/2006/relationships" id="264" r:id="Rbf71292dd7424382"/>
    <p:sldId xmlns:r="http://schemas.openxmlformats.org/officeDocument/2006/relationships" id="265" r:id="R88e9a496dff04e06"/>
    <p:sldId xmlns:r="http://schemas.openxmlformats.org/officeDocument/2006/relationships" id="266" r:id="Rc8592cbb47144eab"/>
    <p:sldId xmlns:r="http://schemas.openxmlformats.org/officeDocument/2006/relationships" id="267" r:id="R8e8b0ee240874316"/>
    <p:sldId xmlns:r="http://schemas.openxmlformats.org/officeDocument/2006/relationships" id="268" r:id="Rfb9cbb946a224367"/>
    <p:sldId xmlns:r="http://schemas.openxmlformats.org/officeDocument/2006/relationships" id="269" r:id="R30152fc003e542fb"/>
    <p:sldId xmlns:r="http://schemas.openxmlformats.org/officeDocument/2006/relationships" id="270" r:id="Re845e4110fd640af"/>
    <p:sldId xmlns:r="http://schemas.openxmlformats.org/officeDocument/2006/relationships" id="271" r:id="R34aa30722f4343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a7b739f88543f2" /><Relationship Type="http://schemas.openxmlformats.org/officeDocument/2006/relationships/slideMaster" Target="/ppt/slideMasters/slideMaster1.xml" Id="R3a33cffbdc39474a" /><Relationship Type="http://schemas.openxmlformats.org/officeDocument/2006/relationships/notesMaster" Target="/ppt/notesMasters/notesMaster1.xml" Id="R3831941429c044fa" /><Relationship Type="http://schemas.openxmlformats.org/officeDocument/2006/relationships/presProps" Target="/ppt/presProps.xml" Id="Rca4db6cadae8494b" /><Relationship Type="http://schemas.openxmlformats.org/officeDocument/2006/relationships/tableStyles" Target="/ppt/tableStyles.xml" Id="R0c9083e486ca47f6" /><Relationship Type="http://schemas.openxmlformats.org/officeDocument/2006/relationships/slide" Target="/ppt/slides/slide1.xml" Id="R98f03fc80e9f4ea6" /><Relationship Type="http://schemas.openxmlformats.org/officeDocument/2006/relationships/slide" Target="/ppt/slides/slide2.xml" Id="R3f83279f325a4f6e" /><Relationship Type="http://schemas.openxmlformats.org/officeDocument/2006/relationships/slide" Target="/ppt/slides/slide3.xml" Id="Raf05640910b84684" /><Relationship Type="http://schemas.openxmlformats.org/officeDocument/2006/relationships/slide" Target="/ppt/slides/slide4.xml" Id="R26c8d1e8e7b74f86" /><Relationship Type="http://schemas.openxmlformats.org/officeDocument/2006/relationships/slide" Target="/ppt/slides/slide5.xml" Id="R08dcb6766e694075" /><Relationship Type="http://schemas.openxmlformats.org/officeDocument/2006/relationships/slide" Target="/ppt/slides/slide6.xml" Id="Rd7e315c7682742fb" /><Relationship Type="http://schemas.openxmlformats.org/officeDocument/2006/relationships/slide" Target="/ppt/slides/slide7.xml" Id="R73000e6efcca4eab" /><Relationship Type="http://schemas.openxmlformats.org/officeDocument/2006/relationships/slide" Target="/ppt/slides/slide8.xml" Id="Ra92f9735452d49fe" /><Relationship Type="http://schemas.openxmlformats.org/officeDocument/2006/relationships/slide" Target="/ppt/slides/slide9.xml" Id="Rbf71292dd7424382" /><Relationship Type="http://schemas.openxmlformats.org/officeDocument/2006/relationships/slide" Target="/ppt/slides/slide10.xml" Id="R88e9a496dff04e06" /><Relationship Type="http://schemas.openxmlformats.org/officeDocument/2006/relationships/slide" Target="/ppt/slides/slide11.xml" Id="Rc8592cbb47144eab" /><Relationship Type="http://schemas.openxmlformats.org/officeDocument/2006/relationships/slide" Target="/ppt/slides/slide12.xml" Id="R8e8b0ee240874316" /><Relationship Type="http://schemas.openxmlformats.org/officeDocument/2006/relationships/slide" Target="/ppt/slides/slide13.xml" Id="Rfb9cbb946a224367" /><Relationship Type="http://schemas.openxmlformats.org/officeDocument/2006/relationships/slide" Target="/ppt/slides/slide14.xml" Id="R30152fc003e542fb" /><Relationship Type="http://schemas.openxmlformats.org/officeDocument/2006/relationships/slide" Target="/ppt/slides/slide15.xml" Id="Re845e4110fd640af" /><Relationship Type="http://schemas.openxmlformats.org/officeDocument/2006/relationships/slide" Target="/ppt/slides/slide16.xml" Id="R34aa30722f4343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8c4644da4449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08fbc835dd4182" /><Relationship Type="http://schemas.openxmlformats.org/officeDocument/2006/relationships/notesMaster" Target="/ppt/notesMasters/notesMaster1.xml" Id="Recd95abeb35147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84afa25e49418a" /><Relationship Type="http://schemas.openxmlformats.org/officeDocument/2006/relationships/notesMaster" Target="/ppt/notesMasters/notesMaster1.xml" Id="Re15b788cd65c40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f77e4609904f09" /><Relationship Type="http://schemas.openxmlformats.org/officeDocument/2006/relationships/notesMaster" Target="/ppt/notesMasters/notesMaster1.xml" Id="R2b905c11276343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026cc8c92d45e9" /><Relationship Type="http://schemas.openxmlformats.org/officeDocument/2006/relationships/notesMaster" Target="/ppt/notesMasters/notesMaster1.xml" Id="R5169960e85934b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f48586470f43d6" /><Relationship Type="http://schemas.openxmlformats.org/officeDocument/2006/relationships/notesMaster" Target="/ppt/notesMasters/notesMaster1.xml" Id="R189e1916cf674c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fa9f5f824e4d7f" /><Relationship Type="http://schemas.openxmlformats.org/officeDocument/2006/relationships/notesMaster" Target="/ppt/notesMasters/notesMaster1.xml" Id="R092f10cd470b48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05ff76f8d143ef" /><Relationship Type="http://schemas.openxmlformats.org/officeDocument/2006/relationships/notesMaster" Target="/ppt/notesMasters/notesMaster1.xml" Id="Re725c1137c5d4f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c3a96000454fd7" /><Relationship Type="http://schemas.openxmlformats.org/officeDocument/2006/relationships/notesMaster" Target="/ppt/notesMasters/notesMaster1.xml" Id="Rca0528b1e4e349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9cf36efdb24b93" /><Relationship Type="http://schemas.openxmlformats.org/officeDocument/2006/relationships/notesMaster" Target="/ppt/notesMasters/notesMaster1.xml" Id="Rfb3c211aaa234e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0db833a95e43eb" /><Relationship Type="http://schemas.openxmlformats.org/officeDocument/2006/relationships/notesMaster" Target="/ppt/notesMasters/notesMaster1.xml" Id="R0f82438b0ecb49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e23f5e8ada431c" /><Relationship Type="http://schemas.openxmlformats.org/officeDocument/2006/relationships/notesMaster" Target="/ppt/notesMasters/notesMaster1.xml" Id="Rf40409fc28ad44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d7592e24bf48c1" /><Relationship Type="http://schemas.openxmlformats.org/officeDocument/2006/relationships/notesMaster" Target="/ppt/notesMasters/notesMaster1.xml" Id="R2318d0f14a3549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b32f8d04c84e8c" /><Relationship Type="http://schemas.openxmlformats.org/officeDocument/2006/relationships/notesMaster" Target="/ppt/notesMasters/notesMaster1.xml" Id="Rac711f1bfbd842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b54d85c18c421a" /><Relationship Type="http://schemas.openxmlformats.org/officeDocument/2006/relationships/notesMaster" Target="/ppt/notesMasters/notesMaster1.xml" Id="R1103b08b676a44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d53a900e0a4f56" /><Relationship Type="http://schemas.openxmlformats.org/officeDocument/2006/relationships/notesMaster" Target="/ppt/notesMasters/notesMaster1.xml" Id="R133d7b86f4c54a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3b98f4a2224944" /><Relationship Type="http://schemas.openxmlformats.org/officeDocument/2006/relationships/notesMaster" Target="/ppt/notesMasters/notesMaster1.xml" Id="R82449001a40e4e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a56ae9ff64d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e568ae3a2041e0" /><Relationship Type="http://schemas.openxmlformats.org/officeDocument/2006/relationships/slideLayout" Target="/ppt/slideLayouts/slideLayout1.xml" Id="R54b5e2f570514d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b5e2f570514d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bcef2554b4682" /><Relationship Type="http://schemas.openxmlformats.org/officeDocument/2006/relationships/notesSlide" Target="/ppt/notesSlides/notesSlide1.xml" Id="R2641534fa10f45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1168ac81e49af" /><Relationship Type="http://schemas.openxmlformats.org/officeDocument/2006/relationships/notesSlide" Target="/ppt/notesSlides/notesSlide2.xml" Id="R86cf17ed485542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360037e8442ba" /><Relationship Type="http://schemas.openxmlformats.org/officeDocument/2006/relationships/notesSlide" Target="/ppt/notesSlides/notesSlide3.xml" Id="Raa5bf62d612041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67a2ed9dd4ef3" /><Relationship Type="http://schemas.openxmlformats.org/officeDocument/2006/relationships/image" Target="/ppt/media/image.png" Id="R59a4b5254e624708" /><Relationship Type="http://schemas.openxmlformats.org/officeDocument/2006/relationships/notesSlide" Target="/ppt/notesSlides/notesSlide4.xml" Id="R3dd03624ee3445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f74e581834c5e" /><Relationship Type="http://schemas.openxmlformats.org/officeDocument/2006/relationships/image" Target="/ppt/media/image2.png" Id="R73915e2d1e0c40a6" /><Relationship Type="http://schemas.openxmlformats.org/officeDocument/2006/relationships/notesSlide" Target="/ppt/notesSlides/notesSlide5.xml" Id="Re2e488713a3245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896a1243b433d" /><Relationship Type="http://schemas.openxmlformats.org/officeDocument/2006/relationships/image" Target="/ppt/media/image3.png" Id="Raf00b4d216084516" /><Relationship Type="http://schemas.openxmlformats.org/officeDocument/2006/relationships/notesSlide" Target="/ppt/notesSlides/notesSlide6.xml" Id="R941f60874a9b4f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a2b827ad7467b" /><Relationship Type="http://schemas.openxmlformats.org/officeDocument/2006/relationships/image" Target="/ppt/media/image4.png" Id="Rcb3c4e9f44b540d9" /><Relationship Type="http://schemas.openxmlformats.org/officeDocument/2006/relationships/notesSlide" Target="/ppt/notesSlides/notesSlide7.xml" Id="R35969622900345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228c312e74ada" /><Relationship Type="http://schemas.openxmlformats.org/officeDocument/2006/relationships/image" Target="/ppt/media/image5.png" Id="Rd75be5b82db7441d" /><Relationship Type="http://schemas.openxmlformats.org/officeDocument/2006/relationships/notesSlide" Target="/ppt/notesSlides/notesSlide8.xml" Id="Rac71056af38940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125cd0db34160" /><Relationship Type="http://schemas.openxmlformats.org/officeDocument/2006/relationships/image" Target="/ppt/media/image6.png" Id="Re9d53d71092f4d6b" /><Relationship Type="http://schemas.openxmlformats.org/officeDocument/2006/relationships/notesSlide" Target="/ppt/notesSlides/notesSlide9.xml" Id="R618c7ee8470945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0b066693746f0" /><Relationship Type="http://schemas.openxmlformats.org/officeDocument/2006/relationships/image" Target="/ppt/media/image7.png" Id="R9b91a980cb664600" /><Relationship Type="http://schemas.openxmlformats.org/officeDocument/2006/relationships/notesSlide" Target="/ppt/notesSlides/notesSlide10.xml" Id="Re33bd32f5d3044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d8cb3f4944e03" /><Relationship Type="http://schemas.openxmlformats.org/officeDocument/2006/relationships/image" Target="/ppt/media/image8.png" Id="Ra3082a4b88684f40" /><Relationship Type="http://schemas.openxmlformats.org/officeDocument/2006/relationships/notesSlide" Target="/ppt/notesSlides/notesSlide11.xml" Id="Re214e4030fa143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a0955e6b64614" /><Relationship Type="http://schemas.openxmlformats.org/officeDocument/2006/relationships/image" Target="/ppt/media/image9.png" Id="R20c3494bb5e240bf" /><Relationship Type="http://schemas.openxmlformats.org/officeDocument/2006/relationships/notesSlide" Target="/ppt/notesSlides/notesSlide12.xml" Id="R501a54e7f7e147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9084432104c9e" /><Relationship Type="http://schemas.openxmlformats.org/officeDocument/2006/relationships/image" Target="/ppt/media/image10.png" Id="Ref26e8479c234510" /><Relationship Type="http://schemas.openxmlformats.org/officeDocument/2006/relationships/notesSlide" Target="/ppt/notesSlides/notesSlide13.xml" Id="R1bdf0940f80641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ebd26a1e9481a" /><Relationship Type="http://schemas.openxmlformats.org/officeDocument/2006/relationships/image" Target="/ppt/media/image11.png" Id="R829caf08900c427a" /><Relationship Type="http://schemas.openxmlformats.org/officeDocument/2006/relationships/notesSlide" Target="/ppt/notesSlides/notesSlide14.xml" Id="R6d3856a3f1e340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d7b8ef8fc4643" /><Relationship Type="http://schemas.openxmlformats.org/officeDocument/2006/relationships/notesSlide" Target="/ppt/notesSlides/notesSlide15.xml" Id="R4405ed84d5574b5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09dfe7f2f4caa" /><Relationship Type="http://schemas.openxmlformats.org/officeDocument/2006/relationships/notesSlide" Target="/ppt/notesSlides/notesSlide16.xml" Id="Rb7d8f4d411ba45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8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AF27B-FE91-4405-AEB1-6CCF5972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C63D"/>
                </a:solidFill>
              </a:defRPr>
            </a:pPr>
            <a:r>
              <a:rPr sz="1125" b="1">
                <a:solidFill>
                  <a:srgbClr val="F8C63D"/>
                </a:solidFill>
              </a:rPr>
              <a:t>ATLETAHY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A824C-9673-42F5-8835-F7B7BBA9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7F7F5"/>
                </a:solidFill>
              </a:defRPr>
            </a:pPr>
            <a:r>
              <a:rPr sz="4200" b="1">
                <a:solidFill>
                  <a:srgbClr val="F7F7F5"/>
                </a:solidFill>
              </a:rPr>
              <a:t>Manual de usuario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36BD5-CD9B-489A-9099-F9E85643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71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4A8AD"/>
                </a:solidFill>
              </a:defRPr>
            </a:pPr>
            <a:r>
              <a:rPr sz="1800" b="0">
                <a:solidFill>
                  <a:srgbClr val="A4A8AD"/>
                </a:solidFill>
              </a:rPr>
              <a:t>Configura tu perfil, entrena con intención y registra tu progreso.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84A58-FE4D-45F0-B9A4-FE8AE23A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619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11D0E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0BB81-C70E-472D-9E93-9E2E634C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C63D"/>
                </a:solidFill>
              </a:defRPr>
            </a:pPr>
            <a:r>
              <a:rPr sz="975" b="1">
                <a:solidFill>
                  <a:srgbClr val="F8C63D"/>
                </a:solidFill>
              </a:rPr>
              <a:t>GUÍA PRÁCTICA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7F470-1C69-4B64-9DB2-0DE15C25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723900"/>
            <a:ext cx="4324350" cy="50482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0D0F11"/>
          </a:solidFill>
          <a:ln xmlns:a="http://schemas.openxmlformats.org/drawingml/2006/main" w="9525">
            <a:solidFill>
              <a:srgbClr val="9C7A1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CEAED-C3DE-4D4E-A034-FA60C650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66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C63D"/>
                </a:solidFill>
              </a:defRPr>
            </a:pPr>
            <a:r>
              <a:rPr sz="1050" b="1">
                <a:solidFill>
                  <a:srgbClr val="F8C63D"/>
                </a:solidFill>
              </a:rPr>
              <a:t>TU RUTA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14E87-CDD4-4193-8824-D974CC1A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24000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7F5"/>
                </a:solidFill>
              </a:defRPr>
            </a:pPr>
            <a:r>
              <a:rPr sz="2550" b="1">
                <a:solidFill>
                  <a:srgbClr val="F7F7F5"/>
                </a:solidFill>
              </a:rPr>
              <a:t>01  Configura</a:t>
            </a:r>
          </a:p>
          <a:p xmlns:a="http://schemas.openxmlformats.org/drawingml/2006/main">
            <a:pPr algn="l">
              <a:defRPr sz="2550" b="1">
                <a:solidFill>
                  <a:srgbClr val="F7F7F5"/>
                </a:solidFill>
              </a:defRPr>
            </a:pPr>
            <a:r>
              <a:rPr sz="2550" b="1">
                <a:solidFill>
                  <a:srgbClr val="F7F7F5"/>
                </a:solidFill>
              </a:rPr>
              <a:t>02  Entrena</a:t>
            </a:r>
          </a:p>
          <a:p xmlns:a="http://schemas.openxmlformats.org/drawingml/2006/main">
            <a:pPr algn="l">
              <a:defRPr sz="2550" b="1">
                <a:solidFill>
                  <a:srgbClr val="F7F7F5"/>
                </a:solidFill>
              </a:defRPr>
            </a:pPr>
            <a:r>
              <a:rPr sz="2550" b="1">
                <a:solidFill>
                  <a:srgbClr val="F7F7F5"/>
                </a:solidFill>
              </a:rPr>
              <a:t>03  Registra</a:t>
            </a:r>
          </a:p>
          <a:p xmlns:a="http://schemas.openxmlformats.org/drawingml/2006/main">
            <a:pPr algn="l">
              <a:defRPr sz="2550" b="1">
                <a:solidFill>
                  <a:srgbClr val="F7F7F5"/>
                </a:solidFill>
              </a:defRPr>
            </a:pPr>
            <a:r>
              <a:rPr sz="2550" b="1">
                <a:solidFill>
                  <a:srgbClr val="F7F7F5"/>
                </a:solidFill>
              </a:rPr>
              <a:t>04  Ajusta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01B1B-D27A-4C64-A093-C0280105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4A8AD"/>
                </a:solidFill>
              </a:defRPr>
            </a:pPr>
            <a:r>
              <a:rPr sz="1125" b="0">
                <a:solidFill>
                  <a:srgbClr val="A4A8AD"/>
                </a:solidFill>
              </a:rPr>
              <a:t>Proyecto académico · Cuenta de prueba incluida</a:t>
            </a:r>
          </a:p>
        </p:txBody>
      </p:sp>
    </p:spTree>
    <p:extLst>
      <p:ext uri="{BB962C8B-B14F-4D97-AF65-F5344CB8AC3E}">
        <p14:creationId xmlns:p14="http://schemas.microsoft.com/office/powerpoint/2010/main" val="472941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8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6B0523-16CE-41FE-8EA2-3E8F285F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C63D"/>
                </a:solidFill>
              </a:defRPr>
            </a:pPr>
            <a:r>
              <a:rPr sz="975" b="1">
                <a:solidFill>
                  <a:srgbClr val="F8C63D"/>
                </a:solidFill>
              </a:rPr>
              <a:t>QUÉ ES ATLETAHY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DB1C2-0BAB-4E26-93E8-CE782FAD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5"/>
                </a:solidFill>
              </a:defRPr>
            </a:pPr>
            <a:r>
              <a:rPr sz="2700" b="1">
                <a:solidFill>
                  <a:srgbClr val="F7F7F5"/>
                </a:solidFill>
              </a:rPr>
              <a:t>AtletaHY convierte tus datos en una preparación útil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265D9-3176-468D-B9DC-861D1B5D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2B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499CE-FF72-4A01-8726-FD113E8F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4A8AD"/>
                </a:solidFill>
              </a:defRPr>
            </a:pPr>
            <a:r>
              <a:rPr sz="975" b="1">
                <a:solidFill>
                  <a:srgbClr val="A4A8A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4D9A7-C05C-4674-823E-5F8DDD20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A8AD"/>
                </a:solidFill>
              </a:defRPr>
            </a:pPr>
            <a:r>
              <a:rPr sz="900" b="1">
                <a:solidFill>
                  <a:srgbClr val="A4A8AD"/>
                </a:solidFill>
              </a:rPr>
              <a:t>ATLETAHY · PREPARACIÓN HÍBRIDA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91B61-5B8A-417E-BBF9-5BB31C5A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4A8AD"/>
                </a:solidFill>
              </a:defRPr>
            </a:pPr>
            <a:r>
              <a:rPr sz="1575" b="0">
                <a:solidFill>
                  <a:srgbClr val="A4A8AD"/>
                </a:solidFill>
              </a:rPr>
              <a:t>Una aplicación para organizar la preparación HYROX desde un único lugar.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0ACBF-4C24-46FA-986D-A5856534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3528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E37D2-49B4-418D-AF5C-492C4E6F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B28D3-8347-4914-8B50-FC0024AE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809"/>
                </a:solidFill>
              </a:defRPr>
            </a:pPr>
            <a:r>
              <a:rPr sz="1350" b="1">
                <a:solidFill>
                  <a:srgbClr val="070809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65FC4-5C7D-4ED8-A96B-3D9750A1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38375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PLANIFICA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738C8-C5B3-43BD-A401-F639D318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3009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Semanas y sesiones estructuradas según objetivo, disponibilidad y material.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4CED7-5930-45AE-9625-475A12A7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7D942-1253-4237-8919-3315002B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47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81AEB-D0D9-4781-B6FD-A0750BAD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47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809"/>
                </a:solidFill>
              </a:defRPr>
            </a:pPr>
            <a:r>
              <a:rPr sz="1350" b="1">
                <a:solidFill>
                  <a:srgbClr val="070809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F284A9-09B5-408F-BA37-635F0C53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MIDE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1B3CF1-5425-4B23-A545-11CCA996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24150"/>
            <a:ext cx="3009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Entrenamientos, tests, ergómetros y check-ins diarios quedan registrados.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4B759-8E64-40F4-923F-BA8DB689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3528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489D7-ADF0-41AD-8E8B-59013A6C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F7429-BB44-46F3-AF99-228E891A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809"/>
                </a:solidFill>
              </a:defRPr>
            </a:pPr>
            <a:r>
              <a:rPr sz="1350" b="1">
                <a:solidFill>
                  <a:srgbClr val="070809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43B1A-55CB-4C33-8741-2CCD13FF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38375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ADAPTA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6F80F-DB44-467D-AFC3-80348C78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3009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Plan IA y Coach IA añaden contexto; las reglas de seguridad tienen prioridad.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0D8B0-26FF-4F27-9CBF-23564920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E1512"/>
          </a:solidFill>
          <a:ln xmlns:a="http://schemas.openxmlformats.org/drawingml/2006/main" w="9525">
            <a:solidFill>
              <a:srgbClr val="2356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957ED5-E7C2-43F8-85B1-E6F5A920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D39D"/>
                </a:solidFill>
              </a:defRPr>
            </a:pPr>
            <a:r>
              <a:rPr sz="1200" b="1">
                <a:solidFill>
                  <a:srgbClr val="45D39D"/>
                </a:solidFill>
              </a:rPr>
              <a:t>Idea clave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9E07C2-399F-42B2-8D46-3642BBB3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7F5"/>
                </a:solidFill>
              </a:defRPr>
            </a:pPr>
            <a:r>
              <a:rPr sz="1875" b="1">
                <a:solidFill>
                  <a:srgbClr val="F7F7F5"/>
                </a:solidFill>
              </a:rPr>
              <a:t>Cuantos más datos completos y recientes aportes, más útil será la orientación.</a:t>
            </a:r>
          </a:p>
        </p:txBody>
      </p:sp>
    </p:spTree>
    <p:extLst>
      <p:ext uri="{BB962C8B-B14F-4D97-AF65-F5344CB8AC3E}">
        <p14:creationId xmlns:p14="http://schemas.microsoft.com/office/powerpoint/2010/main" val="9860686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8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27450-D4CB-475A-8BA9-5F832D77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C63D"/>
                </a:solidFill>
              </a:defRPr>
            </a:pPr>
            <a:r>
              <a:rPr sz="975" b="1">
                <a:solidFill>
                  <a:srgbClr val="F8C63D"/>
                </a:solidFill>
              </a:rPr>
              <a:t>CUENTA ACADÉMICA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FF132-681E-4DAE-8643-8D0ED7A3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5"/>
                </a:solidFill>
              </a:defRPr>
            </a:pPr>
            <a:r>
              <a:rPr sz="2700" b="1">
                <a:solidFill>
                  <a:srgbClr val="F7F7F5"/>
                </a:solidFill>
              </a:rPr>
              <a:t>Acceso de prueba para Brais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AE8AD-DA57-439E-9F64-D8D0046C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2B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871F0-908D-4580-A62F-19DB1455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4A8AD"/>
                </a:solidFill>
              </a:defRPr>
            </a:pPr>
            <a:r>
              <a:rPr sz="975" b="1">
                <a:solidFill>
                  <a:srgbClr val="A4A8A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6C67B-A33B-446D-8244-87D949DC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A8AD"/>
                </a:solidFill>
              </a:defRPr>
            </a:pPr>
            <a:r>
              <a:rPr sz="900" b="1">
                <a:solidFill>
                  <a:srgbClr val="A4A8AD"/>
                </a:solidFill>
              </a:rPr>
              <a:t>ATLETAHY · PREPARACIÓN HÍBRIDA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D97BD-193F-43F9-9B77-E545735E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858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3437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A898B-7D0F-4A9E-A4FF-1EB117A6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000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11D0E"/>
          </a:solidFill>
          <a:ln xmlns:a="http://schemas.openxmlformats.org/drawingml/2006/main" w="9525">
            <a:solidFill>
              <a:srgbClr val="45D39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88FCB-E8AD-4DCD-8C9B-0F465445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28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5D39D"/>
                </a:solidFill>
              </a:defRPr>
            </a:pPr>
            <a:r>
              <a:rPr sz="975" b="1">
                <a:solidFill>
                  <a:srgbClr val="45D39D"/>
                </a:solidFill>
              </a:rPr>
              <a:t>CUENTA DE PRUEBA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0D4ED-8AC6-4B5F-8391-2AF47884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4A8AD"/>
                </a:solidFill>
              </a:defRPr>
            </a:pPr>
            <a:r>
              <a:rPr sz="1200" b="1">
                <a:solidFill>
                  <a:srgbClr val="A4A8AD"/>
                </a:solidFill>
              </a:rPr>
              <a:t>Usuario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2EF7C-37EA-4436-AB19-9255D11C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7F5"/>
                </a:solidFill>
              </a:defRPr>
            </a:pPr>
            <a:r>
              <a:rPr sz="2025" b="1">
                <a:solidFill>
                  <a:srgbClr val="F7F7F5"/>
                </a:solidFill>
              </a:rPr>
              <a:t>davidglezarmas@gmail.com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0B4C4-F0E3-40AE-9495-6C3F1C9F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4A8AD"/>
                </a:solidFill>
              </a:defRPr>
            </a:pPr>
            <a:r>
              <a:rPr sz="1200" b="1">
                <a:solidFill>
                  <a:srgbClr val="A4A8AD"/>
                </a:solidFill>
              </a:rPr>
              <a:t>Contraseña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977E5-EFAB-43B7-B7F8-87320C4C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C63D"/>
                </a:solidFill>
              </a:defRPr>
            </a:pPr>
            <a:r>
              <a:rPr sz="2250" b="1">
                <a:solidFill>
                  <a:srgbClr val="F8C63D"/>
                </a:solidFill>
              </a:rPr>
              <a:t>hydeivi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B0743A-45A8-4D58-9D2E-4330597D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8AD"/>
                </a:solidFill>
              </a:defRPr>
            </a:pPr>
            <a:r>
              <a:rPr sz="1350" b="0">
                <a:solidFill>
                  <a:srgbClr val="A4A8AD"/>
                </a:solidFill>
              </a:rPr>
              <a:t>Úsala solo para la evaluación académica.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E2259-C4C5-4CE9-9514-BAEBCD91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24000"/>
            <a:ext cx="3657600" cy="371475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14110B"/>
          </a:solidFill>
          <a:ln xmlns:a="http://schemas.openxmlformats.org/drawingml/2006/main" w="9525">
            <a:solidFill>
              <a:srgbClr val="9C7A1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553FE-CC96-4A31-82F0-4F04E568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669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C63D"/>
                </a:solidFill>
              </a:defRPr>
            </a:pPr>
            <a:r>
              <a:rPr sz="1500" b="1">
                <a:solidFill>
                  <a:srgbClr val="F8C63D"/>
                </a:solidFill>
              </a:rPr>
              <a:t>IMPORTANTE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C009D-1CB4-4ED3-9991-A6764F97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5"/>
                </a:solidFill>
              </a:defRPr>
            </a:pPr>
            <a:r>
              <a:rPr sz="1350" b="0">
                <a:solidFill>
                  <a:srgbClr val="F7F7F5"/>
                </a:solidFill>
              </a:rPr>
              <a:t>• No introduzcas datos personales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7F7F5"/>
                </a:solidFill>
              </a:defRPr>
            </a:pPr>
            <a:r>
              <a:rPr sz="1350" b="0">
                <a:solidFill>
                  <a:srgbClr val="F7F7F5"/>
                </a:solidFill>
              </a:rPr>
              <a:t>• No reutilices estas credenciales.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7F7F5"/>
                </a:solidFill>
              </a:defRPr>
            </a:pPr>
            <a:r>
              <a:rPr sz="1350" b="0">
                <a:solidFill>
                  <a:srgbClr val="F7F7F5"/>
                </a:solidFill>
              </a:rPr>
              <a:t>• Cierra sesión al terminar.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7F7F5"/>
                </a:solidFill>
              </a:defRPr>
            </a:pPr>
            <a:r>
              <a:rPr sz="1350" b="0">
                <a:solidFill>
                  <a:srgbClr val="F7F7F5"/>
                </a:solidFill>
              </a:rPr>
              <a:t>• Puedes usar “Ver demo” sin cuenta.</a:t>
            </a:r>
          </a:p>
        </p:txBody>
      </p:sp>
    </p:spTree>
    <p:extLst>
      <p:ext uri="{BB962C8B-B14F-4D97-AF65-F5344CB8AC3E}">
        <p14:creationId xmlns:p14="http://schemas.microsoft.com/office/powerpoint/2010/main" val="20290200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8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4D8D94-D965-42D4-B5D1-C63FEE2F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C63D"/>
                </a:solidFill>
              </a:defRPr>
            </a:pPr>
            <a:r>
              <a:rPr sz="975" b="1">
                <a:solidFill>
                  <a:srgbClr val="F8C63D"/>
                </a:solidFill>
              </a:rPr>
              <a:t>INICIO Y ACCESO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503B1-0322-4587-B6B8-5CB6EE59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5"/>
                </a:solidFill>
              </a:defRPr>
            </a:pPr>
            <a:r>
              <a:rPr sz="2700" b="1">
                <a:solidFill>
                  <a:srgbClr val="F7F7F5"/>
                </a:solidFill>
              </a:rPr>
              <a:t>Empieza con cuenta o explora la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313F5-88E3-43CE-97C1-BDF7E1FC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2B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CD13E-B5AA-46B5-B214-F7C85D16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4A8AD"/>
                </a:solidFill>
              </a:defRPr>
            </a:pPr>
            <a:r>
              <a:rPr sz="975" b="1">
                <a:solidFill>
                  <a:srgbClr val="A4A8A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17760-40D6-465E-9127-C002C9BE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A8AD"/>
                </a:solidFill>
              </a:defRPr>
            </a:pPr>
            <a:r>
              <a:rPr sz="900" b="1">
                <a:solidFill>
                  <a:srgbClr val="A4A8AD"/>
                </a:solidFill>
              </a:rPr>
              <a:t>ATLETAHY · PREPARACIÓN HÍBRIDA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4b5254e6247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66850"/>
            <a:ext cx="7239000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AF6E7-BC66-42F8-B692-3FA6C2E1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239000" cy="4524375"/>
          </a:xfrm>
          <a:prstGeom xmlns:a="http://schemas.openxmlformats.org/drawingml/2006/main" prst="roundRect">
            <a:avLst>
              <a:gd name="adj" fmla="val 2526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538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C89D1-35B0-44D1-B413-3590797E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62100"/>
            <a:ext cx="3390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2E5A3-04D7-48FA-B37E-94BF061F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8F653-2204-43B8-BD0A-9A4A4DFE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809"/>
                </a:solidFill>
              </a:defRPr>
            </a:pPr>
            <a:r>
              <a:rPr sz="1350" b="1">
                <a:solidFill>
                  <a:srgbClr val="070809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A697E-4E9B-4E87-986D-B3FED3AA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24025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INICIAR SESIÓN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B8EEC-F022-42AD-A047-3F614FDE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098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Usa la cuenta de prueba para probar persistencia y perfil.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92B15-F678-4D7C-9A23-E6317B7F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33909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40FDA-1CEC-4CB8-ADA8-71C510A6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9EA19-308A-46C8-BFCD-AA259AF2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809"/>
                </a:solidFill>
              </a:defRPr>
            </a:pPr>
            <a:r>
              <a:rPr sz="1350" b="1">
                <a:solidFill>
                  <a:srgbClr val="070809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890D7-065F-4321-A07B-5375E448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90875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VER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974FB-0CAE-453A-9461-349D9BF6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766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Entra sin credenciales. Los datos quedan solo en el navegador.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45DCC-980C-49E1-B495-BF071D60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33909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4110B"/>
          </a:solidFill>
          <a:ln xmlns:a="http://schemas.openxmlformats.org/drawingml/2006/main" w="9525">
            <a:solidFill>
              <a:srgbClr val="9C7A1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1F2176-7D2A-49FA-874F-D4134F83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67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C63D"/>
                </a:solidFill>
              </a:defRPr>
            </a:pPr>
            <a:r>
              <a:rPr sz="1125" b="1">
                <a:solidFill>
                  <a:srgbClr val="F8C63D"/>
                </a:solidFill>
              </a:rPr>
              <a:t>Consejo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395393-513C-4F96-8700-010EA004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5300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7F5"/>
                </a:solidFill>
              </a:defRPr>
            </a:pPr>
            <a:r>
              <a:rPr sz="1275" b="1">
                <a:solidFill>
                  <a:srgbClr val="F7F7F5"/>
                </a:solidFill>
              </a:rPr>
              <a:t>Si solo quieres conocer la interfaz, empieza por la demo.</a:t>
            </a:r>
          </a:p>
        </p:txBody>
      </p:sp>
    </p:spTree>
    <p:extLst>
      <p:ext uri="{BB962C8B-B14F-4D97-AF65-F5344CB8AC3E}">
        <p14:creationId xmlns:p14="http://schemas.microsoft.com/office/powerpoint/2010/main" val="14113700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8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00A27-8CB3-43FC-9D0F-5D4516E4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C63D"/>
                </a:solidFill>
              </a:defRPr>
            </a:pPr>
            <a:r>
              <a:rPr sz="975" b="1">
                <a:solidFill>
                  <a:srgbClr val="F8C63D"/>
                </a:solidFill>
              </a:rPr>
              <a:t>CONFIGURACIÓN INICIAL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4EB49-24C7-474A-B994-2A42EF4D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5"/>
                </a:solidFill>
              </a:defRPr>
            </a:pPr>
            <a:r>
              <a:rPr sz="2700" b="1">
                <a:solidFill>
                  <a:srgbClr val="F7F7F5"/>
                </a:solidFill>
              </a:rPr>
              <a:t>Completa el onboarding antes de generar tu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F8668-672E-451D-9173-FC9AFD2D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2B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51045-369D-4822-9FA0-2AF43899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4A8AD"/>
                </a:solidFill>
              </a:defRPr>
            </a:pPr>
            <a:r>
              <a:rPr sz="975" b="1">
                <a:solidFill>
                  <a:srgbClr val="A4A8A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2F436-0B92-4F36-BFBA-2E7BE132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A8AD"/>
                </a:solidFill>
              </a:defRPr>
            </a:pPr>
            <a:r>
              <a:rPr sz="900" b="1">
                <a:solidFill>
                  <a:srgbClr val="A4A8AD"/>
                </a:solidFill>
              </a:rPr>
              <a:t>ATLETAHY · PREPARACIÓN HÍBRIDA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15e2d1e0c40a6"/>
          <a:srcRect xmlns:a="http://schemas.openxmlformats.org/drawingml/2006/main" l="216" t="0" r="2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66850"/>
            <a:ext cx="7010400" cy="4400550"/>
          </a:xfrm>
          <a:prstGeom xmlns:a="http://schemas.openxmlformats.org/drawingml/2006/main" prst="roundRect">
            <a:avLst>
              <a:gd name="adj" fmla="val 259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163E6-09B8-4EA1-9869-AE917844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010400" cy="4400550"/>
          </a:xfrm>
          <a:prstGeom xmlns:a="http://schemas.openxmlformats.org/drawingml/2006/main" prst="roundRect">
            <a:avLst>
              <a:gd name="adj" fmla="val 259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538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1C766-2BA5-4985-B6CA-E36EA437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43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C63D"/>
                </a:solidFill>
              </a:defRPr>
            </a:pPr>
            <a:r>
              <a:rPr sz="1650" b="1">
                <a:solidFill>
                  <a:srgbClr val="F8C63D"/>
                </a:solidFill>
              </a:rPr>
              <a:t>Cinco pasos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2E892-0CD0-4023-9BB0-0F9B4C1F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19300"/>
            <a:ext cx="3276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3134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EC2B8-2491-4B5C-BAB3-EF27361F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193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7F5"/>
                </a:solidFill>
              </a:defRPr>
            </a:pPr>
            <a:r>
              <a:rPr sz="1275" b="1">
                <a:solidFill>
                  <a:srgbClr val="F7F7F5"/>
                </a:solidFill>
              </a:rPr>
              <a:t>1. Objetivo y fecha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432ED-08A8-4CD0-8ED8-590D70EF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28900"/>
            <a:ext cx="3276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3134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66D6D-8908-4D24-9F5A-F65BE7E7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289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7F5"/>
                </a:solidFill>
              </a:defRPr>
            </a:pPr>
            <a:r>
              <a:rPr sz="1275" b="1">
                <a:solidFill>
                  <a:srgbClr val="F7F7F5"/>
                </a:solidFill>
              </a:rPr>
              <a:t>2. Nivel actual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39E91-A517-4AD3-B4DC-59911B5D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38500"/>
            <a:ext cx="3276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3134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64487-6EDE-442C-96B9-5AF06877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385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7F5"/>
                </a:solidFill>
              </a:defRPr>
            </a:pPr>
            <a:r>
              <a:rPr sz="1275" b="1">
                <a:solidFill>
                  <a:srgbClr val="F7F7F5"/>
                </a:solidFill>
              </a:rPr>
              <a:t>3. Disponibilidad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83519-FD2F-4BEF-A57B-9DE2C972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48100"/>
            <a:ext cx="3276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3134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97C01-9569-4327-8E00-ACB38C51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7F5"/>
                </a:solidFill>
              </a:defRPr>
            </a:pPr>
            <a:r>
              <a:rPr sz="1275" b="1">
                <a:solidFill>
                  <a:srgbClr val="F7F7F5"/>
                </a:solidFill>
              </a:rPr>
              <a:t>4. Material disponible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E05F1-F209-4DF2-BF55-2C21F00A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57700"/>
            <a:ext cx="3276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3134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E3383-5AB6-40AA-9F19-E0C8D192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577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7F5"/>
                </a:solidFill>
              </a:defRPr>
            </a:pPr>
            <a:r>
              <a:rPr sz="1275" b="1">
                <a:solidFill>
                  <a:srgbClr val="F7F7F5"/>
                </a:solidFill>
              </a:rPr>
              <a:t>5. Lesiones o molestias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064C69-76E9-4DC6-9DD3-C08E7B64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19700"/>
            <a:ext cx="327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Puedes guardar el borrador y continuar después.</a:t>
            </a:r>
          </a:p>
        </p:txBody>
      </p:sp>
    </p:spTree>
    <p:extLst>
      <p:ext uri="{BB962C8B-B14F-4D97-AF65-F5344CB8AC3E}">
        <p14:creationId xmlns:p14="http://schemas.microsoft.com/office/powerpoint/2010/main" val="7205529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8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658417-1249-4E35-B83B-12F990FA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C63D"/>
                </a:solidFill>
              </a:defRPr>
            </a:pPr>
            <a:r>
              <a:rPr sz="975" b="1">
                <a:solidFill>
                  <a:srgbClr val="F8C63D"/>
                </a:solidFill>
              </a:rPr>
              <a:t>NAVEGACIÓN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F9454-8056-4864-B9F0-27B89C7D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5"/>
                </a:solidFill>
              </a:defRPr>
            </a:pPr>
            <a:r>
              <a:rPr sz="2700" b="1">
                <a:solidFill>
                  <a:srgbClr val="F7F7F5"/>
                </a:solidFill>
              </a:rPr>
              <a:t>La navegación mantiene siempre visibles las tres áreas clave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AA0C3-D474-4437-81E8-B0D065DC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2B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4424E-5488-46B6-AEE1-FEFEE725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4A8AD"/>
                </a:solidFill>
              </a:defRPr>
            </a:pPr>
            <a:r>
              <a:rPr sz="975" b="1">
                <a:solidFill>
                  <a:srgbClr val="A4A8A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3DD68-A482-48F5-8B99-26136C11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A8AD"/>
                </a:solidFill>
              </a:defRPr>
            </a:pPr>
            <a:r>
              <a:rPr sz="900" b="1">
                <a:solidFill>
                  <a:srgbClr val="A4A8AD"/>
                </a:solidFill>
              </a:rPr>
              <a:t>ATLETAHY · PREPARACIÓN HÍBRIDA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0b4d216084516"/>
          <a:stretch xmlns:a="http://schemas.openxmlformats.org/drawingml/2006/main"/>
        </p:blipFill>
        <p:spPr>
          <a:xfrm xmlns:a="http://schemas.openxmlformats.org/drawingml/2006/main">
            <a:off x="1122799" y="1524000"/>
            <a:ext cx="1945402" cy="4210050"/>
          </a:xfrm>
          <a:prstGeom xmlns:a="http://schemas.openxmlformats.org/drawingml/2006/main" prst="roundRect">
            <a:avLst>
              <a:gd name="adj" fmla="val 405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97405-0A41-4919-A941-F97322EB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819400" cy="4210050"/>
          </a:xfrm>
          <a:prstGeom xmlns:a="http://schemas.openxmlformats.org/drawingml/2006/main" prst="roundRect">
            <a:avLst>
              <a:gd name="adj" fmla="val 405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538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9D4B6-8FFE-4F0A-9AEE-ABAF2353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581150"/>
            <a:ext cx="731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2A2D3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C0392-573B-4198-8429-61743B05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09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183C9-FE7F-4463-A0F6-8D2116ED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09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0809"/>
                </a:solidFill>
              </a:defRPr>
            </a:pPr>
            <a:r>
              <a:rPr sz="1725" b="1">
                <a:solidFill>
                  <a:srgbClr val="070809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05A91-BC9F-42BB-8C14-72952F88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24025"/>
            <a:ext cx="630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7F5"/>
                </a:solidFill>
              </a:defRPr>
            </a:pPr>
            <a:r>
              <a:rPr sz="1425" b="1">
                <a:solidFill>
                  <a:srgbClr val="F7F7F5"/>
                </a:solidFill>
              </a:rPr>
              <a:t>Entrenamientos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AC1BD-48D5-4364-BA97-D52E8C83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38350"/>
            <a:ext cx="630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4A8AD"/>
                </a:solidFill>
              </a:defRPr>
            </a:pPr>
            <a:r>
              <a:rPr sz="1125" b="0">
                <a:solidFill>
                  <a:srgbClr val="A4A8AD"/>
                </a:solidFill>
              </a:rPr>
              <a:t>Plan semanal, sesión activa, Coach IA y registro.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C546E3-4F4A-4FAD-84A1-25AE160C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95600"/>
            <a:ext cx="731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2A2D3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F240B-4E45-45FF-8698-4AE8FC7D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24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0F3C2-EC33-4504-96C9-7A1489AA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242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0809"/>
                </a:solidFill>
              </a:defRPr>
            </a:pPr>
            <a:r>
              <a:rPr sz="1725" b="1">
                <a:solidFill>
                  <a:srgbClr val="070809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C5869-0557-471A-AE32-5142ABA9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38475"/>
            <a:ext cx="630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7F5"/>
                </a:solidFill>
              </a:defRPr>
            </a:pPr>
            <a:r>
              <a:rPr sz="1425" b="1">
                <a:solidFill>
                  <a:srgbClr val="F7F7F5"/>
                </a:solidFill>
              </a:rPr>
              <a:t>Tests &amp; Ergs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64CD5-19C6-473D-8717-5F9E19C0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52800"/>
            <a:ext cx="630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4A8AD"/>
                </a:solidFill>
              </a:defRPr>
            </a:pPr>
            <a:r>
              <a:rPr sz="1125" b="0">
                <a:solidFill>
                  <a:srgbClr val="A4A8AD"/>
                </a:solidFill>
              </a:rPr>
              <a:t>Catálogo, protocolos, resultados e historial.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FECA5-60EE-4BE7-A580-9318A078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210050"/>
            <a:ext cx="731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2A2D3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AC612B-6737-4836-A4FF-761D2C16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38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3E71C-6438-4099-B18B-99C25A43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38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0809"/>
                </a:solidFill>
              </a:defRPr>
            </a:pPr>
            <a:r>
              <a:rPr sz="1725" b="1">
                <a:solidFill>
                  <a:srgbClr val="070809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4E5F7-953A-4E55-A5BB-D3A79926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52925"/>
            <a:ext cx="630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7F5"/>
                </a:solidFill>
              </a:defRPr>
            </a:pPr>
            <a:r>
              <a:rPr sz="1425" b="1">
                <a:solidFill>
                  <a:srgbClr val="F7F7F5"/>
                </a:solidFill>
              </a:rPr>
              <a:t>Mi perfil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FCFFA1-FF48-4777-8CEC-352D50B6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67250"/>
            <a:ext cx="630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4A8AD"/>
                </a:solidFill>
              </a:defRPr>
            </a:pPr>
            <a:r>
              <a:rPr sz="1125" b="0">
                <a:solidFill>
                  <a:srgbClr val="A4A8AD"/>
                </a:solidFill>
              </a:rPr>
              <a:t>Datos, disponibilidad, check-in y privacidad.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D21098-44B6-4F5A-973A-A22F5A41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C63D"/>
                </a:solidFill>
              </a:defRPr>
            </a:pPr>
            <a:r>
              <a:rPr sz="1350" b="1">
                <a:solidFill>
                  <a:srgbClr val="F8C63D"/>
                </a:solidFill>
              </a:rPr>
              <a:t>En móvil usa la barra inferior; en escritorio, el menú superior.</a:t>
            </a:r>
          </a:p>
        </p:txBody>
      </p:sp>
    </p:spTree>
    <p:extLst>
      <p:ext uri="{BB962C8B-B14F-4D97-AF65-F5344CB8AC3E}">
        <p14:creationId xmlns:p14="http://schemas.microsoft.com/office/powerpoint/2010/main" val="10760840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8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D440BA-7715-42BA-8ED6-EDEDE9F6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C63D"/>
                </a:solidFill>
              </a:defRPr>
            </a:pPr>
            <a:r>
              <a:rPr sz="975" b="1">
                <a:solidFill>
                  <a:srgbClr val="F8C63D"/>
                </a:solidFill>
              </a:rPr>
              <a:t>ENTRENAMIENTOS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F6F77-4CBE-416D-A560-4CF39634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5"/>
                </a:solidFill>
              </a:defRPr>
            </a:pPr>
            <a:r>
              <a:rPr sz="2700" b="1">
                <a:solidFill>
                  <a:srgbClr val="F7F7F5"/>
                </a:solidFill>
              </a:rPr>
              <a:t>Elige el día y revisa la carga semanal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7D0E7-F35C-407B-8AB3-060CF007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2B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A37AA-0BC6-4044-A322-DA0FD8C8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4A8AD"/>
                </a:solidFill>
              </a:defRPr>
            </a:pPr>
            <a:r>
              <a:rPr sz="975" b="1">
                <a:solidFill>
                  <a:srgbClr val="A4A8A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CFD60-892E-4A5A-A641-D41A9F88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A8AD"/>
                </a:solidFill>
              </a:defRPr>
            </a:pPr>
            <a:r>
              <a:rPr sz="900" b="1">
                <a:solidFill>
                  <a:srgbClr val="A4A8AD"/>
                </a:solidFill>
              </a:rPr>
              <a:t>ATLETAHY · PREPARACIÓN HÍBRIDA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c4e9f44b540d9"/>
          <a:srcRect xmlns:a="http://schemas.openxmlformats.org/drawingml/2006/main" l="0" t="1795" r="0" b="17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66850"/>
            <a:ext cx="742950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05969-DDE4-4CF1-8CCC-2DDFFE4A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429500" cy="4476750"/>
          </a:xfrm>
          <a:prstGeom xmlns:a="http://schemas.openxmlformats.org/drawingml/2006/main" prst="roundRect">
            <a:avLst>
              <a:gd name="adj" fmla="val 255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538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5C620-14F8-4736-BBBB-3EB69108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00200"/>
            <a:ext cx="3219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2DD46-F003-4253-8EB2-6844FC9F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7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920A9-F595-4E7C-AF98-3CB70477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71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809"/>
                </a:solidFill>
              </a:defRPr>
            </a:pPr>
            <a:r>
              <a:rPr sz="1350" b="1">
                <a:solidFill>
                  <a:srgbClr val="070809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07189-59EA-48D8-95F1-6A38D3E0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621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SELECCIONA UN DÍA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B0635-1184-4BF5-9DC3-7BDC35C0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4790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Abre D1–D7 para ver objetivo, bloques y detalles.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AB86E-63A3-44F1-B81A-FA9B3985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3219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AC860-5399-4AF5-A902-BCBA1A9D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19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C64E0-5EAA-4DCE-9023-BC67D47A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19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809"/>
                </a:solidFill>
              </a:defRPr>
            </a:pPr>
            <a:r>
              <a:rPr sz="1350" b="1">
                <a:solidFill>
                  <a:srgbClr val="070809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1C0B8-C916-4240-9A7B-2B48FD53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099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REVISA LA SEMANA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CDC3F-832D-409C-B856-997DA5B4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9570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Comprueba cumplimiento, pendientes, minutos y carga.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53665-60D1-4F3A-BF87-010DF788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95800"/>
            <a:ext cx="3219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E47069-69D6-4276-B1B7-F8ED087E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856F1D-CACF-471D-B143-239D1C73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809"/>
                </a:solidFill>
              </a:defRPr>
            </a:pPr>
            <a:r>
              <a:rPr sz="1350" b="1">
                <a:solidFill>
                  <a:srgbClr val="070809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3A332-8DA4-43A3-AC67-C05D54EE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577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SIGUE EL ESTADO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EF34C8-B6C0-4A9E-B15F-B67E1F32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4350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Activo, pendiente o completado te ayuda a orientarte.</a:t>
            </a:r>
          </a:p>
        </p:txBody>
      </p:sp>
    </p:spTree>
    <p:extLst>
      <p:ext uri="{BB962C8B-B14F-4D97-AF65-F5344CB8AC3E}">
        <p14:creationId xmlns:p14="http://schemas.microsoft.com/office/powerpoint/2010/main" val="17781181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8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7B6F14-FEC0-4D34-A863-0EF690DE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C63D"/>
                </a:solidFill>
              </a:defRPr>
            </a:pPr>
            <a:r>
              <a:rPr sz="975" b="1">
                <a:solidFill>
                  <a:srgbClr val="F8C63D"/>
                </a:solidFill>
              </a:rPr>
              <a:t>REGISTRO DE ENTRENAMIENTO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137C1-689F-4814-A1DF-44A24838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5"/>
                </a:solidFill>
              </a:defRPr>
            </a:pPr>
            <a:r>
              <a:rPr sz="2700" b="1">
                <a:solidFill>
                  <a:srgbClr val="F7F7F5"/>
                </a:solidFill>
              </a:rPr>
              <a:t>Registrar una sesión convierte el plan en progreso medible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C6894-82BA-49D8-8307-C75DCA29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2B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1BFDA-6243-4D40-9EEA-D9A35BFB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4A8AD"/>
                </a:solidFill>
              </a:defRPr>
            </a:pPr>
            <a:r>
              <a:rPr sz="975" b="1">
                <a:solidFill>
                  <a:srgbClr val="A4A8A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F7373-D845-41C5-ABFE-36CEBF39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A8AD"/>
                </a:solidFill>
              </a:defRPr>
            </a:pPr>
            <a:r>
              <a:rPr sz="900" b="1">
                <a:solidFill>
                  <a:srgbClr val="A4A8AD"/>
                </a:solidFill>
              </a:rPr>
              <a:t>ATLETAHY · PREPARACIÓN HÍBRIDA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be5b82db7441d"/>
          <a:srcRect xmlns:a="http://schemas.openxmlformats.org/drawingml/2006/main" l="2128" t="0" r="21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66850"/>
            <a:ext cx="685800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DD2DD-904B-48E5-913E-E5BCD9FF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858000" cy="4476750"/>
          </a:xfrm>
          <a:prstGeom xmlns:a="http://schemas.openxmlformats.org/drawingml/2006/main" prst="roundRect">
            <a:avLst>
              <a:gd name="adj" fmla="val 255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538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02A27-B2C8-41E7-A8E4-FF236A02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C63D"/>
                </a:solidFill>
              </a:defRPr>
            </a:pPr>
            <a:r>
              <a:rPr sz="1650" b="1">
                <a:solidFill>
                  <a:srgbClr val="F8C63D"/>
                </a:solidFill>
              </a:rPr>
              <a:t>Al terminar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A071B-0732-4BA9-8948-3AFEB061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3657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2A2D3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5502A-A2A4-455D-BDC1-5E683FCB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C6FE2-9AAD-4787-8A4D-4CCBB48F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0809"/>
                </a:solidFill>
              </a:defRPr>
            </a:pPr>
            <a:r>
              <a:rPr sz="1725" b="1">
                <a:solidFill>
                  <a:srgbClr val="070809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766D9-32CD-4B94-9808-11FE8A66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81225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7F5"/>
                </a:solidFill>
              </a:defRPr>
            </a:pPr>
            <a:r>
              <a:rPr sz="1425" b="1">
                <a:solidFill>
                  <a:srgbClr val="F7F7F5"/>
                </a:solidFill>
              </a:rPr>
              <a:t>Abre el registro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6490C-2EBF-4DE7-AEF4-7B8BBB1F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955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4A8AD"/>
                </a:solidFill>
              </a:defRPr>
            </a:pPr>
            <a:r>
              <a:rPr sz="1125" b="0">
                <a:solidFill>
                  <a:srgbClr val="A4A8AD"/>
                </a:solidFill>
              </a:rPr>
              <a:t>Desde la sesión activa.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2158C-158B-4E54-9519-D6CE9551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76600"/>
            <a:ext cx="3657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2A2D3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433A1-43CA-4AFF-BE78-EE702E15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05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6479E-9DF5-44A0-821D-BFE179C9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052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0809"/>
                </a:solidFill>
              </a:defRPr>
            </a:pPr>
            <a:r>
              <a:rPr sz="1725" b="1">
                <a:solidFill>
                  <a:srgbClr val="070809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AD23A-18E2-4BE4-B2F3-38F80F1C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19475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7F5"/>
                </a:solidFill>
              </a:defRPr>
            </a:pPr>
            <a:r>
              <a:rPr sz="1425" b="1">
                <a:solidFill>
                  <a:srgbClr val="F7F7F5"/>
                </a:solidFill>
              </a:rPr>
              <a:t>Describe el resultado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241BA-06D7-4AE2-94E3-6A9444C3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338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4A8AD"/>
                </a:solidFill>
              </a:defRPr>
            </a:pPr>
            <a:r>
              <a:rPr sz="1125" b="0">
                <a:solidFill>
                  <a:srgbClr val="A4A8AD"/>
                </a:solidFill>
              </a:rPr>
              <a:t>Duración, cumplimiento, RPE y notas.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59F7B-3A24-4E25-BDCF-C8CAAE86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14850"/>
            <a:ext cx="3657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2A2D3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11F62-1B32-42D6-B4C9-2DF7CC7F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43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C818A-1BA4-4538-A797-E9AA4D26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43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0809"/>
                </a:solidFill>
              </a:defRPr>
            </a:pPr>
            <a:r>
              <a:rPr sz="1725" b="1">
                <a:solidFill>
                  <a:srgbClr val="070809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E4DF02-30CA-46F4-98E7-3D62BBDC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57725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7F5"/>
                </a:solidFill>
              </a:defRPr>
            </a:pPr>
            <a:r>
              <a:rPr sz="1425" b="1">
                <a:solidFill>
                  <a:srgbClr val="F7F7F5"/>
                </a:solidFill>
              </a:rPr>
              <a:t>Guarda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E2099F-94E6-4BE8-8DAD-3FB89827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720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4A8AD"/>
                </a:solidFill>
              </a:defRPr>
            </a:pPr>
            <a:r>
              <a:rPr sz="1125" b="0">
                <a:solidFill>
                  <a:srgbClr val="A4A8AD"/>
                </a:solidFill>
              </a:rPr>
              <a:t>La semana actualiza sus indicadores.</a:t>
            </a:r>
          </a:p>
        </p:txBody>
      </p:sp>
    </p:spTree>
    <p:extLst>
      <p:ext uri="{BB962C8B-B14F-4D97-AF65-F5344CB8AC3E}">
        <p14:creationId xmlns:p14="http://schemas.microsoft.com/office/powerpoint/2010/main" val="7149939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8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13594E-8F42-4611-87C3-8F4B5193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C63D"/>
                </a:solidFill>
              </a:defRPr>
            </a:pPr>
            <a:r>
              <a:rPr sz="975" b="1">
                <a:solidFill>
                  <a:srgbClr val="F8C63D"/>
                </a:solidFill>
              </a:rPr>
              <a:t>GENERACIÓN DE PLANES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75911-098F-4C2D-820C-967ED091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5"/>
                </a:solidFill>
              </a:defRPr>
            </a:pPr>
            <a:r>
              <a:rPr sz="2700" b="1">
                <a:solidFill>
                  <a:srgbClr val="F7F7F5"/>
                </a:solidFill>
              </a:rPr>
              <a:t>Plan IA necesita contexto completo y una revisión final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A5C6C-1C23-4016-896B-F8B8EB4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2B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8AB80-2834-483B-B01C-D5DCE5A8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4A8AD"/>
                </a:solidFill>
              </a:defRPr>
            </a:pPr>
            <a:r>
              <a:rPr sz="975" b="1">
                <a:solidFill>
                  <a:srgbClr val="A4A8AD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7421D-F40B-4620-8B19-842EA2F9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A8AD"/>
                </a:solidFill>
              </a:defRPr>
            </a:pPr>
            <a:r>
              <a:rPr sz="900" b="1">
                <a:solidFill>
                  <a:srgbClr val="A4A8AD"/>
                </a:solidFill>
              </a:rPr>
              <a:t>ATLETAHY · PREPARACIÓN HÍBRIDA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53d71092f4d6b"/>
          <a:srcRect xmlns:a="http://schemas.openxmlformats.org/drawingml/2006/main" l="532" t="0" r="5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66850"/>
            <a:ext cx="708660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E58B0-4059-4FE7-9AA2-C94D5D3D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086600" cy="4476750"/>
          </a:xfrm>
          <a:prstGeom xmlns:a="http://schemas.openxmlformats.org/drawingml/2006/main" prst="roundRect">
            <a:avLst>
              <a:gd name="adj" fmla="val 255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538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0909C-7325-4DAE-91F6-896F2CCC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00200"/>
            <a:ext cx="3543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F3A3A-8DD0-47AC-8B98-0B04B633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7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EC665-41B7-4F84-A21D-AA61285D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71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809"/>
                </a:solidFill>
              </a:defRPr>
            </a:pPr>
            <a:r>
              <a:rPr sz="1350" b="1">
                <a:solidFill>
                  <a:srgbClr val="070809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CC3B8-5B90-407B-B287-190CC1FA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6212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PREPARA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0D5C5-5571-44CA-8E42-60F09F9A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479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Completa perfil, objetivo, disponibilidad, material y molestias.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EACCD-91D0-4FD6-AE75-173ECDC0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543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9894F-7AE6-434F-886B-01B9784C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95A87-2B0F-4568-9E8E-CD806947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809"/>
                </a:solidFill>
              </a:defRPr>
            </a:pPr>
            <a:r>
              <a:rPr sz="1350" b="1">
                <a:solidFill>
                  <a:srgbClr val="070809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45A07-3244-4A6F-B2F0-89AD3176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7182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GENERA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84F9F-FE97-4B1B-A40D-5E6AC695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576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Pulsa “Generar mi plan con IA” y espera la confirmación.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612712-367B-419C-935C-33C3DF09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19600"/>
            <a:ext cx="3543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E2B824-42E6-4AC9-9FC6-E3D926CD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91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3366D-70A5-4379-A88F-E245B14C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91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809"/>
                </a:solidFill>
              </a:defRPr>
            </a:pPr>
            <a:r>
              <a:rPr sz="1350" b="1">
                <a:solidFill>
                  <a:srgbClr val="070809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81D1C2-55E4-412A-B069-6F25721F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8152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REVISA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BC2F21-9544-422A-ABFD-93A9AE1E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6730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Comprueba semanas, días, supuestos y notas antes de entrenar.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AF6D9-D7E7-4798-BE96-E757414E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6B"/>
                </a:solidFill>
              </a:defRPr>
            </a:pPr>
            <a:r>
              <a:rPr sz="1200" b="1">
                <a:solidFill>
                  <a:srgbClr val="FF6B6B"/>
                </a:solidFill>
              </a:rPr>
              <a:t>La IA orienta; tu criterio y la valoración profesional prevalecen.</a:t>
            </a:r>
          </a:p>
        </p:txBody>
      </p:sp>
    </p:spTree>
    <p:extLst>
      <p:ext uri="{BB962C8B-B14F-4D97-AF65-F5344CB8AC3E}">
        <p14:creationId xmlns:p14="http://schemas.microsoft.com/office/powerpoint/2010/main" val="16335242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8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6D18EB-1BBE-4B77-9241-3F042D1F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C63D"/>
                </a:solidFill>
              </a:defRPr>
            </a:pPr>
            <a:r>
              <a:rPr sz="975" b="1">
                <a:solidFill>
                  <a:srgbClr val="F8C63D"/>
                </a:solidFill>
              </a:rPr>
              <a:t>COACH 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A2790-32B3-4E0B-80A5-E1645487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5"/>
                </a:solidFill>
              </a:defRPr>
            </a:pPr>
            <a:r>
              <a:rPr sz="2700" b="1">
                <a:solidFill>
                  <a:srgbClr val="F7F7F5"/>
                </a:solidFill>
              </a:rPr>
              <a:t>Coach IA ofrece contexto, no sustituye una decisión profesional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A2A0C-0FF0-4E1C-817C-91254B58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2B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F02F1-147A-4CEB-9B16-3C6A66C7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4A8AD"/>
                </a:solidFill>
              </a:defRPr>
            </a:pPr>
            <a:r>
              <a:rPr sz="975" b="1">
                <a:solidFill>
                  <a:srgbClr val="A4A8AD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0D9EB-DA95-48AA-99F7-2D66A4E0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A8AD"/>
                </a:solidFill>
              </a:defRPr>
            </a:pPr>
            <a:r>
              <a:rPr sz="900" b="1">
                <a:solidFill>
                  <a:srgbClr val="A4A8AD"/>
                </a:solidFill>
              </a:rPr>
              <a:t>ATLETAHY · PREPARACIÓN HÍBRIDA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1a980cb664600"/>
          <a:srcRect xmlns:a="http://schemas.openxmlformats.org/drawingml/2006/main" l="1197" t="0" r="11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66850"/>
            <a:ext cx="699135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8A75B-017B-48C4-A266-02ECFA70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991350" cy="4476750"/>
          </a:xfrm>
          <a:prstGeom xmlns:a="http://schemas.openxmlformats.org/drawingml/2006/main" prst="roundRect">
            <a:avLst>
              <a:gd name="adj" fmla="val 255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538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67937-79EE-43A0-A60A-AF3ED8BB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C63D"/>
                </a:solidFill>
              </a:defRPr>
            </a:pPr>
            <a:r>
              <a:rPr sz="1650" b="1">
                <a:solidFill>
                  <a:srgbClr val="F8C63D"/>
                </a:solidFill>
              </a:rPr>
              <a:t>Úsalo así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3F3E4-5537-48E7-AF1E-80884FBC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38350"/>
            <a:ext cx="3600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B1D56-3D14-4ABB-829A-DAC301B4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E4C39-FCC4-4ACB-9091-74C286A4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809"/>
                </a:solidFill>
              </a:defRPr>
            </a:pPr>
            <a:r>
              <a:rPr sz="1425" b="1">
                <a:solidFill>
                  <a:srgbClr val="070809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35857-ED57-4A93-BD38-8C60D58E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336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7F5"/>
                </a:solidFill>
              </a:defRPr>
            </a:pPr>
            <a:r>
              <a:rPr sz="1350" b="1">
                <a:solidFill>
                  <a:srgbClr val="F7F7F5"/>
                </a:solidFill>
              </a:rPr>
              <a:t>Actualiza tu check-in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9ED83-F041-40A7-BEB2-1BDAD464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193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4A8AD"/>
                </a:solidFill>
              </a:defRPr>
            </a:pPr>
            <a:r>
              <a:rPr sz="1050" b="0">
                <a:solidFill>
                  <a:srgbClr val="A4A8AD"/>
                </a:solidFill>
              </a:rPr>
              <a:t>Sueño, fatiga, estrés, dolor y motivación.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2890A-A613-4EB3-8970-A2264503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28975"/>
            <a:ext cx="3600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A8E11-366D-4C27-B0A5-4E1F302C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385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34E7C-CA2B-41C0-A1D2-F3479584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385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809"/>
                </a:solidFill>
              </a:defRPr>
            </a:pPr>
            <a:r>
              <a:rPr sz="1425" b="1">
                <a:solidFill>
                  <a:srgbClr val="070809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05241D-EA33-468A-8929-B2CCF49C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242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7F5"/>
                </a:solidFill>
              </a:defRPr>
            </a:pPr>
            <a:r>
              <a:rPr sz="1350" b="1">
                <a:solidFill>
                  <a:srgbClr val="F7F7F5"/>
                </a:solidFill>
              </a:rPr>
              <a:t>Abre Coach 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B5E28-B0DF-412A-98D6-630DDB3B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99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4A8AD"/>
                </a:solidFill>
              </a:defRPr>
            </a:pPr>
            <a:r>
              <a:rPr sz="1050" b="0">
                <a:solidFill>
                  <a:srgbClr val="A4A8AD"/>
                </a:solidFill>
              </a:rPr>
              <a:t>Solicita consejo desde la sesión activa.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52783-E7BB-4DC3-944E-2B3FD7A2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19600"/>
            <a:ext cx="3600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547C8B-47A8-4F76-B196-0596B20E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E28F06-9DE7-4FC8-B106-520A2DF2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0809"/>
                </a:solidFill>
              </a:defRPr>
            </a:pPr>
            <a:r>
              <a:rPr sz="1425" b="1">
                <a:solidFill>
                  <a:srgbClr val="070809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A4DBAD-D4DF-49BD-900C-3373C6D6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14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7F5"/>
                </a:solidFill>
              </a:defRPr>
            </a:pPr>
            <a:r>
              <a:rPr sz="1350" b="1">
                <a:solidFill>
                  <a:srgbClr val="F7F7F5"/>
                </a:solidFill>
              </a:rPr>
              <a:t>Valida la respuesta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EFB82D-E47B-4415-B9F7-3DF5966B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006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4A8AD"/>
                </a:solidFill>
              </a:defRPr>
            </a:pPr>
            <a:r>
              <a:rPr sz="1050" b="0">
                <a:solidFill>
                  <a:srgbClr val="A4A8AD"/>
                </a:solidFill>
              </a:rPr>
              <a:t>Si hay dolor o empeoramiento, detén y consulta.</a:t>
            </a:r>
          </a:p>
        </p:txBody>
      </p:sp>
    </p:spTree>
    <p:extLst>
      <p:ext uri="{BB962C8B-B14F-4D97-AF65-F5344CB8AC3E}">
        <p14:creationId xmlns:p14="http://schemas.microsoft.com/office/powerpoint/2010/main" val="14809418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8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D0A8C9-1B0C-4381-A652-A5963B3C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C63D"/>
                </a:solidFill>
              </a:defRPr>
            </a:pPr>
            <a:r>
              <a:rPr sz="975" b="1">
                <a:solidFill>
                  <a:srgbClr val="F8C63D"/>
                </a:solidFill>
              </a:rPr>
              <a:t>TESTS &amp; ERGÓMETROS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3DDBF-1187-4D71-8263-D59F491D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5"/>
                </a:solidFill>
              </a:defRPr>
            </a:pPr>
            <a:r>
              <a:rPr sz="2700" b="1">
                <a:solidFill>
                  <a:srgbClr val="F7F7F5"/>
                </a:solidFill>
              </a:rPr>
              <a:t>Los tests convierten sensaciones en referencias concretas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56891-B036-4DFB-858B-971E06F7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2B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4E0D5-9739-43D8-BC73-0D929E87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4A8AD"/>
                </a:solidFill>
              </a:defRPr>
            </a:pPr>
            <a:r>
              <a:rPr sz="975" b="1">
                <a:solidFill>
                  <a:srgbClr val="A4A8AD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BC2D9-740E-47BB-87A0-3F49CA1D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A8AD"/>
                </a:solidFill>
              </a:defRPr>
            </a:pPr>
            <a:r>
              <a:rPr sz="900" b="1">
                <a:solidFill>
                  <a:srgbClr val="A4A8AD"/>
                </a:solidFill>
              </a:rPr>
              <a:t>ATLETAHY · PREPARACIÓN HÍBRIDA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82a4b88684f40"/>
          <a:srcRect xmlns:a="http://schemas.openxmlformats.org/drawingml/2006/main" l="266" t="0" r="2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66850"/>
            <a:ext cx="712470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8FD13-7B7F-4AAC-A7BD-363AA7EB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124700" cy="4476750"/>
          </a:xfrm>
          <a:prstGeom xmlns:a="http://schemas.openxmlformats.org/drawingml/2006/main" prst="roundRect">
            <a:avLst>
              <a:gd name="adj" fmla="val 255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538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A6C85-E531-4181-8A19-3F692E4C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00200"/>
            <a:ext cx="35052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25178-33C6-4A2A-A34F-739B89D2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7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81448-2B3F-4627-8B5A-9DAC60B7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71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809"/>
                </a:solidFill>
              </a:defRPr>
            </a:pPr>
            <a:r>
              <a:rPr sz="1350" b="1">
                <a:solidFill>
                  <a:srgbClr val="070809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F7A3C-7C92-43E1-A5B2-F792AED4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62125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FILTRA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DDE74-3A29-41EA-8D8E-FE162EA8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47900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Ergómetros, carrera, sled o umbral.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FFEE1-DD84-463D-9511-90BFD182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28950"/>
            <a:ext cx="35052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BE692-5BBC-4EC5-AE61-37E6F335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00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C002C-02E3-4A98-A607-6C21F5C0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00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809"/>
                </a:solidFill>
              </a:defRPr>
            </a:pPr>
            <a:r>
              <a:rPr sz="1350" b="1">
                <a:solidFill>
                  <a:srgbClr val="070809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5B764-CBB4-4FBE-937F-8DD620A6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90875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ABRE EL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48796-5248-4661-A6FB-458EE7AD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Lee objetivo y protocolo antes de empezar.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374E3B-8627-44C8-99BA-F1ACF89B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57700"/>
            <a:ext cx="35052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1896D4-1B05-4683-8C41-3450D039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600815-22D8-48D3-A821-B041426B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809"/>
                </a:solidFill>
              </a:defRPr>
            </a:pPr>
            <a:r>
              <a:rPr sz="1350" b="1">
                <a:solidFill>
                  <a:srgbClr val="070809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EF233-F4A6-4CB0-9D75-988DBFA2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19625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REGISTRA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1CDB19-CFDF-43E8-968D-523AF278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05400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Guarda el resultado para comparar y ajustar ritmos.</a:t>
            </a:r>
          </a:p>
        </p:txBody>
      </p:sp>
    </p:spTree>
    <p:extLst>
      <p:ext uri="{BB962C8B-B14F-4D97-AF65-F5344CB8AC3E}">
        <p14:creationId xmlns:p14="http://schemas.microsoft.com/office/powerpoint/2010/main" val="11467732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8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1B1CEC-B0EB-459C-8D23-A1CDBA6E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C63D"/>
                </a:solidFill>
              </a:defRPr>
            </a:pPr>
            <a:r>
              <a:rPr sz="975" b="1">
                <a:solidFill>
                  <a:srgbClr val="F8C63D"/>
                </a:solidFill>
              </a:rPr>
              <a:t>DETALLE DE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02449-16AF-4E5A-8696-8E0D826A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5"/>
                </a:solidFill>
              </a:defRPr>
            </a:pPr>
            <a:r>
              <a:rPr sz="2700" b="1">
                <a:solidFill>
                  <a:srgbClr val="F7F7F5"/>
                </a:solidFill>
              </a:rPr>
              <a:t>Cada test guía el protocolo y guarda el resultado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DCCE7-98CA-4953-8820-EFB81474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2B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007A8-11FA-408E-9E0B-A09AB248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4A8AD"/>
                </a:solidFill>
              </a:defRPr>
            </a:pPr>
            <a:r>
              <a:rPr sz="975" b="1">
                <a:solidFill>
                  <a:srgbClr val="A4A8AD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8282B-58B9-4B22-A6FF-9584BE49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A8AD"/>
                </a:solidFill>
              </a:defRPr>
            </a:pPr>
            <a:r>
              <a:rPr sz="900" b="1">
                <a:solidFill>
                  <a:srgbClr val="A4A8AD"/>
                </a:solidFill>
              </a:rPr>
              <a:t>ATLETAHY · PREPARACIÓN HÍBRIDA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3494bb5e240bf"/>
          <a:srcRect xmlns:a="http://schemas.openxmlformats.org/drawingml/2006/main" l="0" t="526" r="0" b="5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66850"/>
            <a:ext cx="723900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FCF52-90A6-45DC-B74E-2158034E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239000" cy="4476750"/>
          </a:xfrm>
          <a:prstGeom xmlns:a="http://schemas.openxmlformats.org/drawingml/2006/main" prst="roundRect">
            <a:avLst>
              <a:gd name="adj" fmla="val 255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538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CEC88-716D-46E4-AE64-5D272639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81150"/>
            <a:ext cx="3390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2A2D3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871D3-28C8-4A3D-8B9F-3BB6BA4D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EE22C-7F7F-4061-BC4F-62336B7C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0809"/>
                </a:solidFill>
              </a:defRPr>
            </a:pPr>
            <a:r>
              <a:rPr sz="1725" b="1">
                <a:solidFill>
                  <a:srgbClr val="070809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7D1DF-7AA9-44A4-ACBC-0986540F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24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7F5"/>
                </a:solidFill>
              </a:defRPr>
            </a:pPr>
            <a:r>
              <a:rPr sz="1425" b="1">
                <a:solidFill>
                  <a:srgbClr val="F7F7F5"/>
                </a:solidFill>
              </a:rPr>
              <a:t>Lee el protocolo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6EF7F-77F0-4D9D-929E-E75B7E47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38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4A8AD"/>
                </a:solidFill>
              </a:defRPr>
            </a:pPr>
            <a:r>
              <a:rPr sz="1125" b="0">
                <a:solidFill>
                  <a:srgbClr val="A4A8AD"/>
                </a:solidFill>
              </a:rPr>
              <a:t>Respeta calentamiento, distancia y condiciones.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B60C6-4B0D-4B01-959A-DA83EE2C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3390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2A2D3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EFD1D-BBCC-4B1F-8F4A-20F2062F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3BFC3-FFFD-4013-A573-1B859088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0809"/>
                </a:solidFill>
              </a:defRPr>
            </a:pPr>
            <a:r>
              <a:rPr sz="1725" b="1">
                <a:solidFill>
                  <a:srgbClr val="070809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329387-FDE9-4777-8B78-80DBE399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575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7F5"/>
                </a:solidFill>
              </a:defRPr>
            </a:pPr>
            <a:r>
              <a:rPr sz="1425" b="1">
                <a:solidFill>
                  <a:srgbClr val="F7F7F5"/>
                </a:solidFill>
              </a:rPr>
              <a:t>Introduce la marca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CA72A-78D9-47B1-A79D-74EB2EDB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718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4A8AD"/>
                </a:solidFill>
              </a:defRPr>
            </a:pPr>
            <a:r>
              <a:rPr sz="1125" b="0">
                <a:solidFill>
                  <a:srgbClr val="A4A8AD"/>
                </a:solidFill>
              </a:rPr>
              <a:t>Tiempo, potencia, carga o dato solicitado.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4BDD31-1644-4972-9001-E4559B8B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48150"/>
            <a:ext cx="3390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2A2D3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176C80-200B-41DD-999D-6E77AB53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76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3E8EB3-283D-4A8F-A346-11AD1D1A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76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0809"/>
                </a:solidFill>
              </a:defRPr>
            </a:pPr>
            <a:r>
              <a:rPr sz="1725" b="1">
                <a:solidFill>
                  <a:srgbClr val="070809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E5E84B-7675-44C5-A110-51DACEDA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91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7F5"/>
                </a:solidFill>
              </a:defRPr>
            </a:pPr>
            <a:r>
              <a:rPr sz="1425" b="1">
                <a:solidFill>
                  <a:srgbClr val="F7F7F5"/>
                </a:solidFill>
              </a:rPr>
              <a:t>Guarda y compara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169E80-8186-41E4-9912-CDD1E196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05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4A8AD"/>
                </a:solidFill>
              </a:defRPr>
            </a:pPr>
            <a:r>
              <a:rPr sz="1125" b="0">
                <a:solidFill>
                  <a:srgbClr val="A4A8AD"/>
                </a:solidFill>
              </a:rPr>
              <a:t>El historial muestra tu evolución.</a:t>
            </a:r>
          </a:p>
        </p:txBody>
      </p:sp>
    </p:spTree>
    <p:extLst>
      <p:ext uri="{BB962C8B-B14F-4D97-AF65-F5344CB8AC3E}">
        <p14:creationId xmlns:p14="http://schemas.microsoft.com/office/powerpoint/2010/main" val="10246544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8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8070DC-A356-4E48-AB1D-2E88ED70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C63D"/>
                </a:solidFill>
              </a:defRPr>
            </a:pPr>
            <a:r>
              <a:rPr sz="975" b="1">
                <a:solidFill>
                  <a:srgbClr val="F8C63D"/>
                </a:solidFill>
              </a:rPr>
              <a:t>MI PERFIL Y CHECK-IN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6C5D8-295A-4BA4-9843-D343B0CE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5"/>
                </a:solidFill>
              </a:defRPr>
            </a:pPr>
            <a:r>
              <a:rPr sz="2700" b="1">
                <a:solidFill>
                  <a:srgbClr val="F7F7F5"/>
                </a:solidFill>
              </a:rPr>
              <a:t>Tu perfil es el centro de personalización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111CB-793A-4A2C-9E75-72979E41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2B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96E6F-B27D-4E55-A38C-2D8F3FA7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4A8AD"/>
                </a:solidFill>
              </a:defRPr>
            </a:pPr>
            <a:r>
              <a:rPr sz="975" b="1">
                <a:solidFill>
                  <a:srgbClr val="A4A8AD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4DAEE-0BAA-4FBE-8A30-21A6A6B5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A8AD"/>
                </a:solidFill>
              </a:defRPr>
            </a:pPr>
            <a:r>
              <a:rPr sz="900" b="1">
                <a:solidFill>
                  <a:srgbClr val="A4A8AD"/>
                </a:solidFill>
              </a:rPr>
              <a:t>ATLETAHY · PREPARACIÓN HÍBRIDA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6e8479c234510"/>
          <a:srcRect xmlns:a="http://schemas.openxmlformats.org/drawingml/2006/main" l="1064" t="0" r="10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66850"/>
            <a:ext cx="701040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3F01E-1ACD-4EAF-ACFC-5B870100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010400" cy="4476750"/>
          </a:xfrm>
          <a:prstGeom xmlns:a="http://schemas.openxmlformats.org/drawingml/2006/main" prst="roundRect">
            <a:avLst>
              <a:gd name="adj" fmla="val 255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538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9947C-53B2-4DBF-A815-BC11EF58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81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C63D"/>
                </a:solidFill>
              </a:defRPr>
            </a:pPr>
            <a:r>
              <a:rPr sz="1650" b="1">
                <a:solidFill>
                  <a:srgbClr val="F8C63D"/>
                </a:solidFill>
              </a:rPr>
              <a:t>Mantén al día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02F42-4E53-41F1-BA77-3FA494FC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19300"/>
            <a:ext cx="3581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903E9-D636-41CC-ACC5-1BC7E43A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1930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7F5"/>
                </a:solidFill>
              </a:defRPr>
            </a:pPr>
            <a:r>
              <a:rPr sz="1275" b="1">
                <a:solidFill>
                  <a:srgbClr val="F7F7F5"/>
                </a:solidFill>
              </a:rPr>
              <a:t>✓  Datos básicos y objetivo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1AFB7-4D32-4B93-B48F-722386B3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28900"/>
            <a:ext cx="3581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E78C0-CEB8-4A3C-9B59-06EA2281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2890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7F5"/>
                </a:solidFill>
              </a:defRPr>
            </a:pPr>
            <a:r>
              <a:rPr sz="1275" b="1">
                <a:solidFill>
                  <a:srgbClr val="F7F7F5"/>
                </a:solidFill>
              </a:rPr>
              <a:t>✓  Métricas y ritmos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CC940-11DB-449C-A427-214FD1F8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3581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E257B-9153-4DE7-B39E-F36D623D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7F5"/>
                </a:solidFill>
              </a:defRPr>
            </a:pPr>
            <a:r>
              <a:rPr sz="1275" b="1">
                <a:solidFill>
                  <a:srgbClr val="F7F7F5"/>
                </a:solidFill>
              </a:rPr>
              <a:t>✓  Disponibilidad y material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24AE5-7A09-4064-8A39-66B6EA9B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48100"/>
            <a:ext cx="3581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3AB77A-F780-4789-981C-14E4312F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4810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7F5"/>
                </a:solidFill>
              </a:defRPr>
            </a:pPr>
            <a:r>
              <a:rPr sz="1275" b="1">
                <a:solidFill>
                  <a:srgbClr val="F7F7F5"/>
                </a:solidFill>
              </a:rPr>
              <a:t>✓  Lesiones y nutrición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90D119-E39E-43A6-8F24-455ECEA5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57700"/>
            <a:ext cx="3581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AFA4C-D8F0-4C78-B86B-F77D0EDE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5770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7F5"/>
                </a:solidFill>
              </a:defRPr>
            </a:pPr>
            <a:r>
              <a:rPr sz="1275" b="1">
                <a:solidFill>
                  <a:srgbClr val="F7F7F5"/>
                </a:solidFill>
              </a:rPr>
              <a:t>✓  Check-in diario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CCFF95-F74C-432F-BA8A-D166B695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5780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C63D"/>
                </a:solidFill>
              </a:defRPr>
            </a:pPr>
            <a:r>
              <a:rPr sz="1200" b="1">
                <a:solidFill>
                  <a:srgbClr val="F8C63D"/>
                </a:solidFill>
              </a:rPr>
              <a:t>Guarda los cambios antes de salir.</a:t>
            </a:r>
          </a:p>
        </p:txBody>
      </p:sp>
    </p:spTree>
    <p:extLst>
      <p:ext uri="{BB962C8B-B14F-4D97-AF65-F5344CB8AC3E}">
        <p14:creationId xmlns:p14="http://schemas.microsoft.com/office/powerpoint/2010/main" val="1221882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8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5974C8-1A1A-41AA-991E-3F8C66AA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C63D"/>
                </a:solidFill>
              </a:defRPr>
            </a:pPr>
            <a:r>
              <a:rPr sz="975" b="1">
                <a:solidFill>
                  <a:srgbClr val="F8C63D"/>
                </a:solidFill>
              </a:rPr>
              <a:t>PRIVACIDAD Y CUENTA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ABD07-59AE-4A02-B0C9-6FA6ADA6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5"/>
                </a:solidFill>
              </a:defRPr>
            </a:pPr>
            <a:r>
              <a:rPr sz="2700" b="1">
                <a:solidFill>
                  <a:srgbClr val="F7F7F5"/>
                </a:solidFill>
              </a:rPr>
              <a:t>Gestiona tus datos desde Privacidad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2DDEE-6D97-49CE-A531-D9FF025D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2B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077F4-215E-4062-B1DD-A6AE4E86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4A8AD"/>
                </a:solidFill>
              </a:defRPr>
            </a:pPr>
            <a:r>
              <a:rPr sz="975" b="1">
                <a:solidFill>
                  <a:srgbClr val="A4A8AD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A5111-7A62-41DD-8AE7-36AA5E3C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A8AD"/>
                </a:solidFill>
              </a:defRPr>
            </a:pPr>
            <a:r>
              <a:rPr sz="900" b="1">
                <a:solidFill>
                  <a:srgbClr val="A4A8AD"/>
                </a:solidFill>
              </a:rPr>
              <a:t>ATLETAHY · PREPARACIÓN HÍBRIDA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caf08900c427a"/>
          <a:srcRect xmlns:a="http://schemas.openxmlformats.org/drawingml/2006/main" l="1596" t="0" r="15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66850"/>
            <a:ext cx="693420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6537F-3696-4FCC-BC96-BBC1EE52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934200" cy="4476750"/>
          </a:xfrm>
          <a:prstGeom xmlns:a="http://schemas.openxmlformats.org/drawingml/2006/main" prst="roundRect">
            <a:avLst>
              <a:gd name="adj" fmla="val 255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538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30B24-8BB2-47E5-A792-796476EE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81150"/>
            <a:ext cx="3657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BE4C9-E67A-47BA-9DD4-E6746468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FCBAD-657A-4948-9613-5366EF2B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809"/>
                </a:solidFill>
              </a:defRPr>
            </a:pPr>
            <a:r>
              <a:rPr sz="1350" b="1">
                <a:solidFill>
                  <a:srgbClr val="070809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E1A41-E036-4D34-ADA5-B24A7BA8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4307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EXPORTAR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DC850-98EB-4A7A-BF28-B33F6139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28850"/>
            <a:ext cx="331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Descarga una copia local de tus datos de aplicación.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F5F63-3656-46B5-AA78-9707E937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28950"/>
            <a:ext cx="3657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DEEE1-EE7B-464D-8431-5AFD3766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0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5BC13-AF55-42AF-B40E-637348A6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0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809"/>
                </a:solidFill>
              </a:defRPr>
            </a:pPr>
            <a:r>
              <a:rPr sz="1350" b="1">
                <a:solidFill>
                  <a:srgbClr val="070809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D83F0-66C6-430A-9A47-D6FAD158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9087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ELIMINAR CUENTA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2EB57F-0756-45D5-998E-21ED1540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31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Requiere sesión, confirmación exacta y contraseña actual.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0372AA-CB1E-4025-B923-896775E9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95800"/>
            <a:ext cx="36576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110B"/>
          </a:solidFill>
          <a:ln xmlns:a="http://schemas.openxmlformats.org/drawingml/2006/main" w="9525">
            <a:solidFill>
              <a:srgbClr val="9C7A1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CBCC8-E919-4AC4-AA8C-AD462BD5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67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C63D"/>
                </a:solidFill>
              </a:defRPr>
            </a:pPr>
            <a:r>
              <a:rPr sz="1200" b="1">
                <a:solidFill>
                  <a:srgbClr val="F8C63D"/>
                </a:solidFill>
              </a:rPr>
              <a:t>Antes de eliminar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320330-A0C3-4C54-A16F-D5C88B47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101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7F5"/>
                </a:solidFill>
              </a:defRPr>
            </a:pPr>
            <a:r>
              <a:rPr sz="1275" b="1">
                <a:solidFill>
                  <a:srgbClr val="F7F7F5"/>
                </a:solidFill>
              </a:rPr>
              <a:t>Exporta lo que necesites. La eliminación es definitiva.</a:t>
            </a:r>
          </a:p>
        </p:txBody>
      </p:sp>
    </p:spTree>
    <p:extLst>
      <p:ext uri="{BB962C8B-B14F-4D97-AF65-F5344CB8AC3E}">
        <p14:creationId xmlns:p14="http://schemas.microsoft.com/office/powerpoint/2010/main" val="1950086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8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AF8802-230C-4E9F-9E6B-0826CC05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C63D"/>
                </a:solidFill>
              </a:defRPr>
            </a:pPr>
            <a:r>
              <a:rPr sz="975" b="1">
                <a:solidFill>
                  <a:srgbClr val="F8C63D"/>
                </a:solidFill>
              </a:rPr>
              <a:t>AYUDA Y ACCESIBILIDAD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A7DEC-F407-47A0-AA0F-BF2EF2D3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5"/>
                </a:solidFill>
              </a:defRPr>
            </a:pPr>
            <a:r>
              <a:rPr sz="2700" b="1">
                <a:solidFill>
                  <a:srgbClr val="F7F7F5"/>
                </a:solidFill>
              </a:rPr>
              <a:t>Entrena con seguridad y resuelve errores sin perder el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D7011-7A10-4815-A6E9-02009C23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2B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24B0C-38C8-4B0E-A60F-AA6AEB67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4A8AD"/>
                </a:solidFill>
              </a:defRPr>
            </a:pPr>
            <a:r>
              <a:rPr sz="975" b="1">
                <a:solidFill>
                  <a:srgbClr val="A4A8AD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3EB33-FC3C-4BF5-8761-46F6D1D3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A8AD"/>
                </a:solidFill>
              </a:defRPr>
            </a:pPr>
            <a:r>
              <a:rPr sz="900" b="1">
                <a:solidFill>
                  <a:srgbClr val="A4A8AD"/>
                </a:solidFill>
              </a:rPr>
              <a:t>ATLETAHY · PREPARACIÓN HÍBRIDA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5142F-9DC4-4F39-999F-DEBDEB7B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33528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79B70-EB11-4A4D-9810-1CC5FC94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C92C8-9CE2-4EBD-BCB0-E2004AE8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809"/>
                </a:solidFill>
              </a:defRPr>
            </a:pPr>
            <a:r>
              <a:rPr sz="1350" b="1">
                <a:solidFill>
                  <a:srgbClr val="070809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47529-A891-4EFE-A60A-5D6E7BE2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62125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MENSAJES CLAROS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435ED-767E-44CB-BBDE-6B58D467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3009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Espera a que termine una carga y lee el aviso completo antes de repetir.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358E1-0784-4648-BD2B-B8AC9AAE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00200"/>
            <a:ext cx="33528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994E1-E2FC-446A-A416-2CBB0AB7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7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439454-BAFF-46C2-84E5-223265C6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71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809"/>
                </a:solidFill>
              </a:defRPr>
            </a:pPr>
            <a:r>
              <a:rPr sz="1350" b="1">
                <a:solidFill>
                  <a:srgbClr val="070809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28ED29-48DB-42FE-8072-04602330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62125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NAVEGACIÓN ACCESIBLE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F996D-3591-4878-855B-572C5709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47900"/>
            <a:ext cx="3009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Usa Tab, Shift+Tab, Enter y Escape; el foco vuelve al cerrar modales.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EFEFEB-EB2D-4A8C-8CE2-C7126381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3528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1A1D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42306-52AE-45A3-B852-D53AE398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43785-D188-4AFF-9B49-07F8FCE4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809"/>
                </a:solidFill>
              </a:defRPr>
            </a:pPr>
            <a:r>
              <a:rPr sz="1350" b="1">
                <a:solidFill>
                  <a:srgbClr val="070809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9B3D4-15E6-4AB5-A75A-DBC90959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5"/>
                </a:solidFill>
              </a:defRPr>
            </a:pPr>
            <a:r>
              <a:rPr sz="1575" b="1">
                <a:solidFill>
                  <a:srgbClr val="F7F7F5"/>
                </a:solidFill>
              </a:rPr>
              <a:t>MOVIMIENTO REDUCIDO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D7913-383B-4394-85C7-BBE6963A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3009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El sistema respeta la preferencia de reducir animaciones.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4D2ED0-B080-4E38-A93A-F340AD5C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9728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2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64D33-8ADA-4EDE-8FA4-A9672580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C63D"/>
                </a:solidFill>
              </a:defRPr>
            </a:pPr>
            <a:r>
              <a:rPr sz="1725" b="1">
                <a:solidFill>
                  <a:srgbClr val="F8C63D"/>
                </a:solidFill>
              </a:rPr>
              <a:t>Preguntas frecuentes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DFB41E-B6C9-44C4-A268-2C873C02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7F5"/>
                </a:solidFill>
              </a:defRPr>
            </a:pPr>
            <a:r>
              <a:rPr sz="1275" b="1">
                <a:solidFill>
                  <a:srgbClr val="F7F7F5"/>
                </a:solidFill>
              </a:rPr>
              <a:t>No puedo iniciar sesión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A6A064-E610-407D-9753-858212C2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862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Comprueba las credenciales o entra en “Ver demo”.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81CB7C-AC88-4B0B-B995-01905614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7F5"/>
                </a:solidFill>
              </a:defRPr>
            </a:pPr>
            <a:r>
              <a:rPr sz="1275" b="1">
                <a:solidFill>
                  <a:srgbClr val="F7F7F5"/>
                </a:solidFill>
              </a:rPr>
              <a:t>No aparece mi plan 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B5DCD3-A017-4869-BBD1-C90871BC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053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Completa onboarding, revisa conexión y vuelve a intentarlo más tarde.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4F62B5-DE45-43E8-B57E-6CB1D35C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7F5"/>
                </a:solidFill>
              </a:defRPr>
            </a:pPr>
            <a:r>
              <a:rPr sz="1275" b="1">
                <a:solidFill>
                  <a:srgbClr val="F7F7F5"/>
                </a:solidFill>
              </a:rPr>
              <a:t>He cambiado datos y no se guardan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CFC6D3-2AF8-4CD0-8001-5F6BF6A1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1244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4A8AD"/>
                </a:solidFill>
              </a:defRPr>
            </a:pPr>
            <a:r>
              <a:rPr sz="1200" b="0">
                <a:solidFill>
                  <a:srgbClr val="A4A8AD"/>
                </a:solidFill>
              </a:rPr>
              <a:t>Pulsa “Guardar cambios” y espera el mensaje de confirmación.</a:t>
            </a:r>
          </a:p>
        </p:txBody>
      </p:sp>
    </p:spTree>
    <p:extLst>
      <p:ext uri="{BB962C8B-B14F-4D97-AF65-F5344CB8AC3E}">
        <p14:creationId xmlns:p14="http://schemas.microsoft.com/office/powerpoint/2010/main" val="7649050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8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89B4F4-C98C-4A95-9839-5C292FD9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C63D"/>
                </a:solidFill>
              </a:defRPr>
            </a:pPr>
            <a:r>
              <a:rPr sz="975" b="1">
                <a:solidFill>
                  <a:srgbClr val="F8C63D"/>
                </a:solidFill>
              </a:rPr>
              <a:t>SIGUIENTE PASO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1F266-49DF-43B0-BC1F-64038CC4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7F5"/>
                </a:solidFill>
              </a:defRPr>
            </a:pPr>
            <a:r>
              <a:rPr sz="2700" b="1">
                <a:solidFill>
                  <a:srgbClr val="F7F7F5"/>
                </a:solidFill>
              </a:rPr>
              <a:t>Tu flujo recomendado: configura, entrena, registra y ajusta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D3876-039B-4075-A889-1211B1C9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2B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0D5A7-5771-40F5-B9D5-2ACBBC2C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4A8AD"/>
                </a:solidFill>
              </a:defRPr>
            </a:pPr>
            <a:r>
              <a:rPr sz="975" b="1">
                <a:solidFill>
                  <a:srgbClr val="A4A8AD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3C712-DFC8-45F0-880E-4CCE202D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A8AD"/>
                </a:solidFill>
              </a:defRPr>
            </a:pPr>
            <a:r>
              <a:rPr sz="900" b="1">
                <a:solidFill>
                  <a:srgbClr val="A4A8AD"/>
                </a:solidFill>
              </a:rPr>
              <a:t>ATLETAHY · PREPARACIÓN HÍBRIDA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18D81-1EB2-4A6F-866B-D7EED393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809750" cy="21717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98364-C9C1-4288-B203-055042E7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45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00BC8-E6F3-420A-91CD-61831631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45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0809"/>
                </a:solidFill>
              </a:defRPr>
            </a:pPr>
            <a:r>
              <a:rPr sz="2100" b="1">
                <a:solidFill>
                  <a:srgbClr val="070809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8B4DB-645D-496A-9DAA-9A4DDBE9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7F5"/>
                </a:solidFill>
              </a:defRPr>
            </a:pPr>
            <a:r>
              <a:rPr sz="1425" b="1">
                <a:solidFill>
                  <a:srgbClr val="F7F7F5"/>
                </a:solidFill>
              </a:rPr>
              <a:t>CONFIGURA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9A37D-0260-49E9-BB80-32EF2500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4A8AD"/>
                </a:solidFill>
              </a:defRPr>
            </a:pPr>
            <a:r>
              <a:rPr sz="1125" b="0">
                <a:solidFill>
                  <a:srgbClr val="A4A8AD"/>
                </a:solidFill>
              </a:rPr>
              <a:t>Onboarding y perfil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62D4A-3D0A-4D4B-AF08-F831267E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098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8C63D"/>
                </a:solidFill>
              </a:defRPr>
            </a:pPr>
            <a:r>
              <a:rPr sz="2100" b="1">
                <a:solidFill>
                  <a:srgbClr val="F8C63D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E3405-3407-4E67-B45D-9236E4E6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66900"/>
            <a:ext cx="1809750" cy="21717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C5808-3D4E-4E53-AB27-280D532E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145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18AE7-AD5A-4832-B4DC-75404756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145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0809"/>
                </a:solidFill>
              </a:defRPr>
            </a:pPr>
            <a:r>
              <a:rPr sz="2100" b="1">
                <a:solidFill>
                  <a:srgbClr val="070809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7390E-5F2F-4C67-8307-3A8C8B76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908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7F5"/>
                </a:solidFill>
              </a:defRPr>
            </a:pPr>
            <a:r>
              <a:rPr sz="1425" b="1">
                <a:solidFill>
                  <a:srgbClr val="F7F7F5"/>
                </a:solidFill>
              </a:rPr>
              <a:t>REVISA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038A6-1609-48BD-8523-57EF7243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528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4A8AD"/>
                </a:solidFill>
              </a:defRPr>
            </a:pPr>
            <a:r>
              <a:rPr sz="1125" b="0">
                <a:solidFill>
                  <a:srgbClr val="A4A8AD"/>
                </a:solidFill>
              </a:rPr>
              <a:t>Plan semanal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C6770-1783-4E61-A07E-2CBCFA92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98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8C63D"/>
                </a:solidFill>
              </a:defRPr>
            </a:pPr>
            <a:r>
              <a:rPr sz="2100" b="1">
                <a:solidFill>
                  <a:srgbClr val="F8C63D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C2976B-B8AA-4ACD-B32A-1608816A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66900"/>
            <a:ext cx="1809750" cy="21717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8D9F20-1439-48EC-91F6-689A75AF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1145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0081E8-3849-425C-8AAC-B11FD0D9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1145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0809"/>
                </a:solidFill>
              </a:defRPr>
            </a:pPr>
            <a:r>
              <a:rPr sz="2100" b="1">
                <a:solidFill>
                  <a:srgbClr val="070809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722CE0-B011-4EB6-B096-C2A3EC41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908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7F5"/>
                </a:solidFill>
              </a:defRPr>
            </a:pPr>
            <a:r>
              <a:rPr sz="1425" b="1">
                <a:solidFill>
                  <a:srgbClr val="F7F7F5"/>
                </a:solidFill>
              </a:rPr>
              <a:t>ENTRENA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76574F-6026-44A1-A165-21503F3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528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4A8AD"/>
                </a:solidFill>
              </a:defRPr>
            </a:pPr>
            <a:r>
              <a:rPr sz="1125" b="0">
                <a:solidFill>
                  <a:srgbClr val="A4A8AD"/>
                </a:solidFill>
              </a:rPr>
              <a:t>Sesión del día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8CF75A-CBE1-491B-9168-D873F46E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098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8C63D"/>
                </a:solidFill>
              </a:defRPr>
            </a:pPr>
            <a:r>
              <a:rPr sz="2100" b="1">
                <a:solidFill>
                  <a:srgbClr val="F8C63D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082CB-0430-4A9F-AEC9-3B750B1E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66900"/>
            <a:ext cx="1809750" cy="21717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8AE233-773E-4C06-8026-FF83D489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1145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63D"/>
          </a:solidFill>
          <a:ln xmlns:a="http://schemas.openxmlformats.org/drawingml/2006/main" w="9525">
            <a:solidFill>
              <a:srgbClr val="F8C6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943192-D8CA-47BE-AD39-E8617EC0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1145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0809"/>
                </a:solidFill>
              </a:defRPr>
            </a:pPr>
            <a:r>
              <a:rPr sz="2100" b="1">
                <a:solidFill>
                  <a:srgbClr val="070809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21D658-79A9-4F0B-A430-0F963A6C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908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7F5"/>
                </a:solidFill>
              </a:defRPr>
            </a:pPr>
            <a:r>
              <a:rPr sz="1425" b="1">
                <a:solidFill>
                  <a:srgbClr val="F7F7F5"/>
                </a:solidFill>
              </a:rPr>
              <a:t>REGISTRA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0228C4-5420-4B32-B61D-E4B6CFD7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28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4A8AD"/>
                </a:solidFill>
              </a:defRPr>
            </a:pPr>
            <a:r>
              <a:rPr sz="1125" b="0">
                <a:solidFill>
                  <a:srgbClr val="A4A8AD"/>
                </a:solidFill>
              </a:rPr>
              <a:t>Resultado y check-in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C40FEF-C085-4658-AC45-3F0C6CBB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8C63D"/>
                </a:solidFill>
              </a:defRPr>
            </a:pPr>
            <a:r>
              <a:rPr sz="2100" b="1">
                <a:solidFill>
                  <a:srgbClr val="F8C63D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2B495C-4196-4FCD-B44B-B507D032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66900"/>
            <a:ext cx="1809750" cy="21717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315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68F694-B28A-4389-8E84-8AA6D4F0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1145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39D"/>
          </a:solidFill>
          <a:ln xmlns:a="http://schemas.openxmlformats.org/drawingml/2006/main" w="9525">
            <a:solidFill>
              <a:srgbClr val="45D39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5D1771-DBAC-45E1-B212-C11EA68B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1145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0809"/>
                </a:solidFill>
              </a:defRPr>
            </a:pPr>
            <a:r>
              <a:rPr sz="2100" b="1">
                <a:solidFill>
                  <a:srgbClr val="070809"/>
                </a:solidFill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2CEB13-EF33-44CC-9488-37DBB453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908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7F5"/>
                </a:solidFill>
              </a:defRPr>
            </a:pPr>
            <a:r>
              <a:rPr sz="1425" b="1">
                <a:solidFill>
                  <a:srgbClr val="F7F7F5"/>
                </a:solidFill>
              </a:rPr>
              <a:t>AJUSTA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B68803-477F-46BF-BAA8-26687DF7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528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4A8AD"/>
                </a:solidFill>
              </a:defRPr>
            </a:pPr>
            <a:r>
              <a:rPr sz="1125" b="0">
                <a:solidFill>
                  <a:srgbClr val="A4A8AD"/>
                </a:solidFill>
              </a:rPr>
              <a:t>Tests + Coach IA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EFDB93-5F94-4F54-A52E-C3812CFA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725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4110B"/>
          </a:solidFill>
          <a:ln xmlns:a="http://schemas.openxmlformats.org/drawingml/2006/main" w="9525">
            <a:solidFill>
              <a:srgbClr val="9C7A1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E6B73A-5007-4B13-B0B3-F19B100F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C63D"/>
                </a:solidFill>
              </a:defRPr>
            </a:pPr>
            <a:r>
              <a:rPr sz="1200" b="1">
                <a:solidFill>
                  <a:srgbClr val="F8C63D"/>
                </a:solidFill>
              </a:rPr>
              <a:t>Empieza ahora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D2E1D2-BA6F-4F1A-A119-4E417076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7F5"/>
                </a:solidFill>
              </a:defRPr>
            </a:pPr>
            <a:r>
              <a:rPr sz="1800" b="1">
                <a:solidFill>
                  <a:srgbClr val="F7F7F5"/>
                </a:solidFill>
              </a:rPr>
              <a:t>Entra con la cuenta de prueba o abre la demo y completa tu primer paso.</a:t>
            </a:r>
          </a:p>
        </p:txBody>
      </p:sp>
    </p:spTree>
    <p:extLst>
      <p:ext uri="{BB962C8B-B14F-4D97-AF65-F5344CB8AC3E}">
        <p14:creationId xmlns:p14="http://schemas.microsoft.com/office/powerpoint/2010/main" val="1115490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2026-07-16T05:15:09.1610000Z</dcterms:created>
  <dcterms:modified xsi:type="dcterms:W3CDTF">2026-07-16T05:15:09.1610000Z</dcterms:modified>
</coreProperties>
</file>